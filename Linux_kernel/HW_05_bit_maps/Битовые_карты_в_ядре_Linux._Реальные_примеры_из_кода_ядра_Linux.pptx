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6"/>
    <p:sldMasterId id="2147483665" r:id="rId7"/>
    <p:sldMasterId id="2147483681" r:id="rId8"/>
  </p:sldMasterIdLst>
  <p:notesMasterIdLst>
    <p:notesMasterId r:id="rId9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288" r:id="rId42"/>
    <p:sldId id="289" r:id="rId43"/>
    <p:sldId id="290" r:id="rId44"/>
    <p:sldId id="291" r:id="rId45"/>
    <p:sldId id="292" r:id="rId46"/>
    <p:sldId id="293" r:id="rId47"/>
    <p:sldId id="294" r:id="rId48"/>
    <p:sldId id="295" r:id="rId49"/>
    <p:sldId id="296" r:id="rId50"/>
    <p:sldId id="297" r:id="rId51"/>
    <p:sldId id="298" r:id="rId52"/>
    <p:sldId id="299" r:id="rId53"/>
    <p:sldId id="300" r:id="rId54"/>
    <p:sldId id="301" r:id="rId55"/>
    <p:sldId id="302" r:id="rId56"/>
    <p:sldId id="303" r:id="rId57"/>
    <p:sldId id="304" r:id="rId58"/>
    <p:sldId id="305" r:id="rId59"/>
    <p:sldId id="306" r:id="rId60"/>
    <p:sldId id="307" r:id="rId61"/>
    <p:sldId id="308" r:id="rId62"/>
    <p:sldId id="309" r:id="rId63"/>
    <p:sldId id="310" r:id="rId64"/>
    <p:sldId id="311" r:id="rId65"/>
    <p:sldId id="312" r:id="rId66"/>
    <p:sldId id="313" r:id="rId67"/>
    <p:sldId id="314" r:id="rId68"/>
    <p:sldId id="315" r:id="rId69"/>
    <p:sldId id="316" r:id="rId70"/>
    <p:sldId id="317" r:id="rId71"/>
    <p:sldId id="318" r:id="rId72"/>
    <p:sldId id="319" r:id="rId73"/>
    <p:sldId id="320" r:id="rId74"/>
    <p:sldId id="321" r:id="rId75"/>
    <p:sldId id="322" r:id="rId76"/>
    <p:sldId id="323" r:id="rId77"/>
    <p:sldId id="324" r:id="rId78"/>
    <p:sldId id="325" r:id="rId79"/>
    <p:sldId id="326" r:id="rId80"/>
    <p:sldId id="327" r:id="rId81"/>
    <p:sldId id="328" r:id="rId82"/>
    <p:sldId id="329" r:id="rId83"/>
    <p:sldId id="330" r:id="rId84"/>
    <p:sldId id="331" r:id="rId85"/>
    <p:sldId id="332" r:id="rId86"/>
    <p:sldId id="333" r:id="rId87"/>
    <p:sldId id="334" r:id="rId88"/>
  </p:sldIdLst>
  <p:sldSz cy="5143500" cx="9144000"/>
  <p:notesSz cx="6858000" cy="9144000"/>
  <p:embeddedFontLst>
    <p:embeddedFont>
      <p:font typeface="Roboto"/>
      <p:regular r:id="rId89"/>
      <p:bold r:id="rId90"/>
      <p:italic r:id="rId91"/>
      <p:boldItalic r:id="rId92"/>
    </p:embeddedFont>
    <p:embeddedFont>
      <p:font typeface="Roboto Medium"/>
      <p:regular r:id="rId93"/>
      <p:bold r:id="rId94"/>
      <p:italic r:id="rId95"/>
      <p:boldItalic r:id="rId96"/>
    </p:embeddedFont>
    <p:embeddedFont>
      <p:font typeface="Roboto Mono"/>
      <p:regular r:id="rId97"/>
      <p:bold r:id="rId98"/>
      <p:italic r:id="rId99"/>
      <p:boldItalic r:id="rId10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5760">
          <p15:clr>
            <a:srgbClr val="747775"/>
          </p15:clr>
        </p15:guide>
        <p15:guide id="2" pos="5526">
          <p15:clr>
            <a:srgbClr val="747775"/>
          </p15:clr>
        </p15:guide>
        <p15:guide id="3" pos="4622">
          <p15:clr>
            <a:srgbClr val="747775"/>
          </p15:clr>
        </p15:guide>
        <p15:guide id="4" orient="horz" pos="3025">
          <p15:clr>
            <a:srgbClr val="747775"/>
          </p15:clr>
        </p15:guide>
        <p15:guide id="5" orient="horz" pos="1963">
          <p15:clr>
            <a:srgbClr val="747775"/>
          </p15:clr>
        </p15:guide>
        <p15:guide id="6" orient="horz" pos="3240">
          <p15:clr>
            <a:srgbClr val="747775"/>
          </p15:clr>
        </p15:guide>
        <p15:guide id="7" orient="horz" pos="2494">
          <p15:clr>
            <a:srgbClr val="747775"/>
          </p15:clr>
        </p15:guide>
        <p15:guide id="8" orient="horz" pos="773">
          <p15:clr>
            <a:srgbClr val="747775"/>
          </p15:clr>
        </p15:guide>
        <p15:guide id="9" orient="horz" pos="1382">
          <p15:clr>
            <a:srgbClr val="747775"/>
          </p15:clr>
        </p15:guide>
        <p15:guide id="10" pos="429">
          <p15:clr>
            <a:srgbClr val="747775"/>
          </p15:clr>
        </p15:guide>
      </p15:sldGuideLst>
    </p:ext>
    <p:ext uri="GoogleSlidesCustomDataVersion2">
      <go:slidesCustomData xmlns:go="http://customooxmlschemas.google.com/" r:id="rId101" roundtripDataSignature="AMtx7mijUhpoHf54s9Ow728e3IEAs9tPrA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Alina Zaitseva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3F2DE66-4531-49CD-8501-6ACFDE623A39}">
  <a:tblStyle styleId="{D3F2DE66-4531-49CD-8501-6ACFDE623A3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580A8D91-5ED5-4068-8F20-81CFDF1E19B1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760"/>
        <p:guide pos="5526"/>
        <p:guide pos="4622"/>
        <p:guide pos="3025" orient="horz"/>
        <p:guide pos="1963" orient="horz"/>
        <p:guide pos="3240" orient="horz"/>
        <p:guide pos="2494" orient="horz"/>
        <p:guide pos="773" orient="horz"/>
        <p:guide pos="1382" orient="horz"/>
        <p:guide pos="429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1.xml"/><Relationship Id="rId42" Type="http://schemas.openxmlformats.org/officeDocument/2006/relationships/slide" Target="slides/slide33.xml"/><Relationship Id="rId41" Type="http://schemas.openxmlformats.org/officeDocument/2006/relationships/slide" Target="slides/slide32.xml"/><Relationship Id="rId44" Type="http://schemas.openxmlformats.org/officeDocument/2006/relationships/slide" Target="slides/slide35.xml"/><Relationship Id="rId43" Type="http://schemas.openxmlformats.org/officeDocument/2006/relationships/slide" Target="slides/slide34.xml"/><Relationship Id="rId46" Type="http://schemas.openxmlformats.org/officeDocument/2006/relationships/slide" Target="slides/slide37.xml"/><Relationship Id="rId45" Type="http://schemas.openxmlformats.org/officeDocument/2006/relationships/slide" Target="slides/slide36.xml"/><Relationship Id="rId48" Type="http://schemas.openxmlformats.org/officeDocument/2006/relationships/slide" Target="slides/slide39.xml"/><Relationship Id="rId47" Type="http://schemas.openxmlformats.org/officeDocument/2006/relationships/slide" Target="slides/slide38.xml"/><Relationship Id="rId49" Type="http://schemas.openxmlformats.org/officeDocument/2006/relationships/slide" Target="slides/slide40.xml"/><Relationship Id="rId101" Type="http://customschemas.google.com/relationships/presentationmetadata" Target="metadata"/><Relationship Id="rId100" Type="http://schemas.openxmlformats.org/officeDocument/2006/relationships/font" Target="fonts/RobotoMono-boldItalic.fntdata"/><Relationship Id="rId31" Type="http://schemas.openxmlformats.org/officeDocument/2006/relationships/slide" Target="slides/slide22.xml"/><Relationship Id="rId30" Type="http://schemas.openxmlformats.org/officeDocument/2006/relationships/slide" Target="slides/slide21.xml"/><Relationship Id="rId33" Type="http://schemas.openxmlformats.org/officeDocument/2006/relationships/slide" Target="slides/slide24.xml"/><Relationship Id="rId32" Type="http://schemas.openxmlformats.org/officeDocument/2006/relationships/slide" Target="slides/slide23.xml"/><Relationship Id="rId35" Type="http://schemas.openxmlformats.org/officeDocument/2006/relationships/slide" Target="slides/slide26.xml"/><Relationship Id="rId34" Type="http://schemas.openxmlformats.org/officeDocument/2006/relationships/slide" Target="slides/slide25.xml"/><Relationship Id="rId37" Type="http://schemas.openxmlformats.org/officeDocument/2006/relationships/slide" Target="slides/slide28.xml"/><Relationship Id="rId36" Type="http://schemas.openxmlformats.org/officeDocument/2006/relationships/slide" Target="slides/slide27.xml"/><Relationship Id="rId39" Type="http://schemas.openxmlformats.org/officeDocument/2006/relationships/slide" Target="slides/slide30.xml"/><Relationship Id="rId38" Type="http://schemas.openxmlformats.org/officeDocument/2006/relationships/slide" Target="slides/slide29.xml"/><Relationship Id="rId20" Type="http://schemas.openxmlformats.org/officeDocument/2006/relationships/slide" Target="slides/slide11.xml"/><Relationship Id="rId22" Type="http://schemas.openxmlformats.org/officeDocument/2006/relationships/slide" Target="slides/slide13.xml"/><Relationship Id="rId21" Type="http://schemas.openxmlformats.org/officeDocument/2006/relationships/slide" Target="slides/slide12.xml"/><Relationship Id="rId24" Type="http://schemas.openxmlformats.org/officeDocument/2006/relationships/slide" Target="slides/slide15.xml"/><Relationship Id="rId23" Type="http://schemas.openxmlformats.org/officeDocument/2006/relationships/slide" Target="slides/slide14.xml"/><Relationship Id="rId26" Type="http://schemas.openxmlformats.org/officeDocument/2006/relationships/slide" Target="slides/slide17.xml"/><Relationship Id="rId25" Type="http://schemas.openxmlformats.org/officeDocument/2006/relationships/slide" Target="slides/slide16.xml"/><Relationship Id="rId28" Type="http://schemas.openxmlformats.org/officeDocument/2006/relationships/slide" Target="slides/slide19.xml"/><Relationship Id="rId27" Type="http://schemas.openxmlformats.org/officeDocument/2006/relationships/slide" Target="slides/slide18.xml"/><Relationship Id="rId29" Type="http://schemas.openxmlformats.org/officeDocument/2006/relationships/slide" Target="slides/slide20.xml"/><Relationship Id="rId95" Type="http://schemas.openxmlformats.org/officeDocument/2006/relationships/font" Target="fonts/RobotoMedium-italic.fntdata"/><Relationship Id="rId94" Type="http://schemas.openxmlformats.org/officeDocument/2006/relationships/font" Target="fonts/RobotoMedium-bold.fntdata"/><Relationship Id="rId97" Type="http://schemas.openxmlformats.org/officeDocument/2006/relationships/font" Target="fonts/RobotoMono-regular.fntdata"/><Relationship Id="rId96" Type="http://schemas.openxmlformats.org/officeDocument/2006/relationships/font" Target="fonts/RobotoMedium-boldItalic.fntdata"/><Relationship Id="rId11" Type="http://schemas.openxmlformats.org/officeDocument/2006/relationships/slide" Target="slides/slide2.xml"/><Relationship Id="rId99" Type="http://schemas.openxmlformats.org/officeDocument/2006/relationships/font" Target="fonts/RobotoMono-italic.fntdata"/><Relationship Id="rId10" Type="http://schemas.openxmlformats.org/officeDocument/2006/relationships/slide" Target="slides/slide1.xml"/><Relationship Id="rId98" Type="http://schemas.openxmlformats.org/officeDocument/2006/relationships/font" Target="fonts/RobotoMono-bold.fntdata"/><Relationship Id="rId13" Type="http://schemas.openxmlformats.org/officeDocument/2006/relationships/slide" Target="slides/slide4.xml"/><Relationship Id="rId12" Type="http://schemas.openxmlformats.org/officeDocument/2006/relationships/slide" Target="slides/slide3.xml"/><Relationship Id="rId91" Type="http://schemas.openxmlformats.org/officeDocument/2006/relationships/font" Target="fonts/Roboto-italic.fntdata"/><Relationship Id="rId90" Type="http://schemas.openxmlformats.org/officeDocument/2006/relationships/font" Target="fonts/Roboto-bold.fntdata"/><Relationship Id="rId93" Type="http://schemas.openxmlformats.org/officeDocument/2006/relationships/font" Target="fonts/RobotoMedium-regular.fntdata"/><Relationship Id="rId92" Type="http://schemas.openxmlformats.org/officeDocument/2006/relationships/font" Target="fonts/Roboto-boldItalic.fntdata"/><Relationship Id="rId15" Type="http://schemas.openxmlformats.org/officeDocument/2006/relationships/slide" Target="slides/slide6.xml"/><Relationship Id="rId14" Type="http://schemas.openxmlformats.org/officeDocument/2006/relationships/slide" Target="slides/slide5.xml"/><Relationship Id="rId17" Type="http://schemas.openxmlformats.org/officeDocument/2006/relationships/slide" Target="slides/slide8.xml"/><Relationship Id="rId16" Type="http://schemas.openxmlformats.org/officeDocument/2006/relationships/slide" Target="slides/slide7.xml"/><Relationship Id="rId19" Type="http://schemas.openxmlformats.org/officeDocument/2006/relationships/slide" Target="slides/slide10.xml"/><Relationship Id="rId18" Type="http://schemas.openxmlformats.org/officeDocument/2006/relationships/slide" Target="slides/slide9.xml"/><Relationship Id="rId84" Type="http://schemas.openxmlformats.org/officeDocument/2006/relationships/slide" Target="slides/slide75.xml"/><Relationship Id="rId83" Type="http://schemas.openxmlformats.org/officeDocument/2006/relationships/slide" Target="slides/slide74.xml"/><Relationship Id="rId86" Type="http://schemas.openxmlformats.org/officeDocument/2006/relationships/slide" Target="slides/slide77.xml"/><Relationship Id="rId85" Type="http://schemas.openxmlformats.org/officeDocument/2006/relationships/slide" Target="slides/slide76.xml"/><Relationship Id="rId88" Type="http://schemas.openxmlformats.org/officeDocument/2006/relationships/slide" Target="slides/slide79.xml"/><Relationship Id="rId87" Type="http://schemas.openxmlformats.org/officeDocument/2006/relationships/slide" Target="slides/slide78.xml"/><Relationship Id="rId89" Type="http://schemas.openxmlformats.org/officeDocument/2006/relationships/font" Target="fonts/Roboto-regular.fntdata"/><Relationship Id="rId80" Type="http://schemas.openxmlformats.org/officeDocument/2006/relationships/slide" Target="slides/slide71.xml"/><Relationship Id="rId82" Type="http://schemas.openxmlformats.org/officeDocument/2006/relationships/slide" Target="slides/slide73.xml"/><Relationship Id="rId81" Type="http://schemas.openxmlformats.org/officeDocument/2006/relationships/slide" Target="slides/slide72.xml"/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notesMaster" Target="notesMasters/notesMaster1.xml"/><Relationship Id="rId5" Type="http://schemas.openxmlformats.org/officeDocument/2006/relationships/commentAuthors" Target="commentAuthors.xml"/><Relationship Id="rId6" Type="http://schemas.openxmlformats.org/officeDocument/2006/relationships/slideMaster" Target="slideMasters/slideMaster1.xml"/><Relationship Id="rId7" Type="http://schemas.openxmlformats.org/officeDocument/2006/relationships/slideMaster" Target="slideMasters/slideMaster2.xml"/><Relationship Id="rId8" Type="http://schemas.openxmlformats.org/officeDocument/2006/relationships/slideMaster" Target="slideMasters/slideMaster3.xml"/><Relationship Id="rId73" Type="http://schemas.openxmlformats.org/officeDocument/2006/relationships/slide" Target="slides/slide64.xml"/><Relationship Id="rId72" Type="http://schemas.openxmlformats.org/officeDocument/2006/relationships/slide" Target="slides/slide63.xml"/><Relationship Id="rId75" Type="http://schemas.openxmlformats.org/officeDocument/2006/relationships/slide" Target="slides/slide66.xml"/><Relationship Id="rId74" Type="http://schemas.openxmlformats.org/officeDocument/2006/relationships/slide" Target="slides/slide65.xml"/><Relationship Id="rId77" Type="http://schemas.openxmlformats.org/officeDocument/2006/relationships/slide" Target="slides/slide68.xml"/><Relationship Id="rId76" Type="http://schemas.openxmlformats.org/officeDocument/2006/relationships/slide" Target="slides/slide67.xml"/><Relationship Id="rId79" Type="http://schemas.openxmlformats.org/officeDocument/2006/relationships/slide" Target="slides/slide70.xml"/><Relationship Id="rId78" Type="http://schemas.openxmlformats.org/officeDocument/2006/relationships/slide" Target="slides/slide69.xml"/><Relationship Id="rId71" Type="http://schemas.openxmlformats.org/officeDocument/2006/relationships/slide" Target="slides/slide62.xml"/><Relationship Id="rId70" Type="http://schemas.openxmlformats.org/officeDocument/2006/relationships/slide" Target="slides/slide61.xml"/><Relationship Id="rId62" Type="http://schemas.openxmlformats.org/officeDocument/2006/relationships/slide" Target="slides/slide53.xml"/><Relationship Id="rId61" Type="http://schemas.openxmlformats.org/officeDocument/2006/relationships/slide" Target="slides/slide52.xml"/><Relationship Id="rId64" Type="http://schemas.openxmlformats.org/officeDocument/2006/relationships/slide" Target="slides/slide55.xml"/><Relationship Id="rId63" Type="http://schemas.openxmlformats.org/officeDocument/2006/relationships/slide" Target="slides/slide54.xml"/><Relationship Id="rId66" Type="http://schemas.openxmlformats.org/officeDocument/2006/relationships/slide" Target="slides/slide57.xml"/><Relationship Id="rId65" Type="http://schemas.openxmlformats.org/officeDocument/2006/relationships/slide" Target="slides/slide56.xml"/><Relationship Id="rId68" Type="http://schemas.openxmlformats.org/officeDocument/2006/relationships/slide" Target="slides/slide59.xml"/><Relationship Id="rId67" Type="http://schemas.openxmlformats.org/officeDocument/2006/relationships/slide" Target="slides/slide58.xml"/><Relationship Id="rId60" Type="http://schemas.openxmlformats.org/officeDocument/2006/relationships/slide" Target="slides/slide51.xml"/><Relationship Id="rId69" Type="http://schemas.openxmlformats.org/officeDocument/2006/relationships/slide" Target="slides/slide60.xml"/><Relationship Id="rId51" Type="http://schemas.openxmlformats.org/officeDocument/2006/relationships/slide" Target="slides/slide42.xml"/><Relationship Id="rId50" Type="http://schemas.openxmlformats.org/officeDocument/2006/relationships/slide" Target="slides/slide41.xml"/><Relationship Id="rId53" Type="http://schemas.openxmlformats.org/officeDocument/2006/relationships/slide" Target="slides/slide44.xml"/><Relationship Id="rId52" Type="http://schemas.openxmlformats.org/officeDocument/2006/relationships/slide" Target="slides/slide43.xml"/><Relationship Id="rId55" Type="http://schemas.openxmlformats.org/officeDocument/2006/relationships/slide" Target="slides/slide46.xml"/><Relationship Id="rId54" Type="http://schemas.openxmlformats.org/officeDocument/2006/relationships/slide" Target="slides/slide45.xml"/><Relationship Id="rId57" Type="http://schemas.openxmlformats.org/officeDocument/2006/relationships/slide" Target="slides/slide48.xml"/><Relationship Id="rId56" Type="http://schemas.openxmlformats.org/officeDocument/2006/relationships/slide" Target="slides/slide47.xml"/><Relationship Id="rId59" Type="http://schemas.openxmlformats.org/officeDocument/2006/relationships/slide" Target="slides/slide50.xml"/><Relationship Id="rId58" Type="http://schemas.openxmlformats.org/officeDocument/2006/relationships/slide" Target="slides/slide49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5-06-16T13:57:48.869">
    <p:pos x="504" y="994"/>
    <p:text>На этом слайде можно не останавливаться надолго, просто сказать, что есть вот такие применения и сейчас разберем каждый пункт из списка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lr7HZl8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3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6" name="Google Shape;32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52d929fe7e_0_9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g352d929fe7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68747b8211_0_122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68747b8211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68747b8211_0_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6" name="Google Shape;356;g368747b821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52d929fe7e_0_15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g352d929fe7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67b6d42f28_0_6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" name="Google Shape;368;g367b6d42f2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67b6d42f28_0_12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4" name="Google Shape;374;g367b6d42f2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67b6d42f28_0_1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" name="Google Shape;380;g367b6d42f28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67b6d42f28_0_2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6" name="Google Shape;386;g367b6d42f28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67b6d42f28_0_10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3" name="Google Shape;393;g367b6d42f28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67b6d42f28_0_37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9" name="Google Shape;399;g367b6d42f28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67b6d42f28_0_43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5" name="Google Shape;405;g367b6d42f28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67b6d42f28_0_4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2" name="Google Shape;412;g367b6d42f28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67b6d42f28_0_5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8" name="Google Shape;418;g367b6d42f28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67b6d42f28_0_6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4" name="Google Shape;424;g367b6d42f28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67b6d42f28_0_11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1" name="Google Shape;431;g367b6d42f28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67b6d42f28_0_72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8" name="Google Shape;438;g367b6d42f28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67b6d42f28_0_7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4" name="Google Shape;444;g367b6d42f28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67b6d42f28_0_85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0" name="Google Shape;450;g367b6d42f28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67b6d42f28_0_9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7" name="Google Shape;457;g367b6d42f28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67b6d42f28_0_11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3" name="Google Shape;463;g367b6d42f28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67b6d42f28_0_12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9" name="Google Shape;469;g367b6d42f28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67b6d42f28_0_13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5" name="Google Shape;475;g367b6d42f28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67b6d42f28_0_136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1" name="Google Shape;481;g367b6d42f28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67b6d42f28_0_143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7" name="Google Shape;487;g367b6d42f28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67b6d42f28_0_149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3" name="Google Shape;493;g367b6d42f28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67b6d42f28_0_155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9" name="Google Shape;499;g367b6d42f28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67b6d42f28_0_162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5" name="Google Shape;505;g367b6d42f28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367b6d42f28_0_175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2" name="Google Shape;512;g367b6d42f28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67b6d42f28_0_183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9" name="Google Shape;519;g367b6d42f28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67b6d42f28_0_195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6" name="Google Shape;526;g367b6d42f28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67b6d42f28_0_20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3" name="Google Shape;533;g367b6d42f28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367b6d42f28_0_213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0" name="Google Shape;540;g367b6d42f28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367b6d42f28_0_22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7" name="Google Shape;547;g367b6d42f28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67b6d42f28_0_229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4" name="Google Shape;554;g367b6d42f28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67b6d42f28_0_24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1" name="Google Shape;561;g367b6d42f28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367b6d42f28_0_249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8" name="Google Shape;568;g367b6d42f28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3550cae0443_0_6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5" name="Google Shape;575;g3550cae044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67b6d42f28_0_26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1" name="Google Shape;581;g367b6d42f28_0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367b6d42f28_0_292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8" name="Google Shape;588;g367b6d42f28_0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367b6d42f28_0_309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5" name="Google Shape;595;g367b6d42f28_0_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367b6d42f28_0_316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1" name="Google Shape;601;g367b6d42f28_0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367b6d42f28_0_32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7" name="Google Shape;607;g367b6d42f28_0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367b6d42f28_0_329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3" name="Google Shape;613;g367b6d42f28_0_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367b6d42f28_0_335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9" name="Google Shape;619;g367b6d42f28_0_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367b6d42f28_0_34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5" name="Google Shape;625;g367b6d42f28_0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367b6d42f28_0_347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1" name="Google Shape;631;g367b6d42f28_0_3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367b6d42f28_0_353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7" name="Google Shape;637;g367b6d42f28_0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367b6d42f28_0_36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3" name="Google Shape;643;g367b6d42f28_0_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67b6d42f28_0_37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9" name="Google Shape;649;g367b6d42f28_0_3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367b6d42f28_0_37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5" name="Google Shape;655;g367b6d42f28_0_3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367b6d42f28_0_385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1" name="Google Shape;661;g367b6d42f28_0_3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g367b6d42f28_0_39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7" name="Google Shape;667;g367b6d42f28_0_3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367b6d42f28_9_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3" name="Google Shape;673;g367b6d42f28_9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367b6d42f28_0_407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9" name="Google Shape;679;g367b6d42f28_0_4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g3550cae0443_0_2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8" name="Google Shape;688;g3550cae0443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g367b6d42f28_9_23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3" name="Google Shape;693;g367b6d42f28_9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367b6d42f28_9_2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8" name="Google Shape;698;g367b6d42f28_9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g367b6d42f28_9_39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3" name="Google Shape;703;g367b6d42f28_9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g367b6d42f28_9_46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9" name="Google Shape;709;g367b6d42f28_9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367b6d42f28_9_6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5" name="Google Shape;715;g367b6d42f28_9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g367b6d42f28_9_6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1" name="Google Shape;721;g367b6d42f28_9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g367b6d42f28_9_73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8" name="Google Shape;728;g367b6d42f28_9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g367b6d42f28_0_47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4" name="Google Shape;734;g367b6d42f28_0_4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g367b6d42f28_9_8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0" name="Google Shape;740;g367b6d42f28_9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g367b6d42f28_0_425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6" name="Google Shape;746;g367b6d42f28_0_4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367b6d42f28_0_43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2" name="Google Shape;752;g367b6d42f28_0_4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367b6d42f28_0_43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8" name="Google Shape;758;g367b6d42f28_0_4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367b6d42f28_0_44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4" name="Google Shape;764;g367b6d42f28_0_4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367b6d42f28_0_45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1" name="Google Shape;771;g367b6d42f28_0_4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367b6d42f28_0_46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7" name="Google Shape;777;g367b6d42f28_0_4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77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4" name="Google Shape;784;p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9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4" name="Google Shape;794;p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9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2" name="Google Shape;802;p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0.png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4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CUSTOM_3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9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пределение, важный тезис ">
  <p:cSld name="CUSTOM_16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7"/>
          <p:cNvSpPr/>
          <p:nvPr/>
        </p:nvSpPr>
        <p:spPr>
          <a:xfrm>
            <a:off x="1135550" y="1470863"/>
            <a:ext cx="6711600" cy="1427400"/>
          </a:xfrm>
          <a:prstGeom prst="roundRect">
            <a:avLst>
              <a:gd fmla="val 16667" name="adj"/>
            </a:avLst>
          </a:prstGeom>
          <a:solidFill>
            <a:srgbClr val="40299B"/>
          </a:solidFill>
          <a:ln>
            <a:noFill/>
          </a:ln>
          <a:effectLst>
            <a:outerShdw blurRad="57150" rotWithShape="0" algn="bl" dir="5400000" dist="19050">
              <a:srgbClr val="000000">
                <a:alpha val="4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" name="Google Shape;13;p117"/>
          <p:cNvSpPr txBox="1"/>
          <p:nvPr>
            <p:ph type="title"/>
          </p:nvPr>
        </p:nvSpPr>
        <p:spPr>
          <a:xfrm>
            <a:off x="1472550" y="1705988"/>
            <a:ext cx="58242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4" name="Google Shape;14;p117" title="chromed-chromed-cursor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002725" y="2084337"/>
            <a:ext cx="844425" cy="974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кст на градиенте">
  <p:cSld name="CUSTOM_1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8"/>
          <p:cNvSpPr txBox="1"/>
          <p:nvPr>
            <p:ph type="title"/>
          </p:nvPr>
        </p:nvSpPr>
        <p:spPr>
          <a:xfrm>
            <a:off x="718575" y="14902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sz="43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этапа процесса">
  <p:cSld name="CUSTOM_15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9"/>
          <p:cNvSpPr txBox="1"/>
          <p:nvPr>
            <p:ph type="title"/>
          </p:nvPr>
        </p:nvSpPr>
        <p:spPr>
          <a:xfrm>
            <a:off x="1012663" y="2093563"/>
            <a:ext cx="16431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9" name="Google Shape;19;p1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12613" y="1078063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0000"/>
              </a:srgbClr>
            </a:outerShdw>
          </a:effectLst>
        </p:spPr>
      </p:pic>
      <p:pic>
        <p:nvPicPr>
          <p:cNvPr id="20" name="Google Shape;20;p1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58051" y="10780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0000"/>
              </a:srgbClr>
            </a:outerShdw>
          </a:effectLst>
        </p:spPr>
      </p:pic>
      <p:pic>
        <p:nvPicPr>
          <p:cNvPr id="21" name="Google Shape;21;p1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17378" y="10780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0000"/>
              </a:srgbClr>
            </a:outerShdw>
          </a:effectLst>
        </p:spPr>
      </p:pic>
      <p:pic>
        <p:nvPicPr>
          <p:cNvPr id="22" name="Google Shape;22;p1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36764" y="10780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0000"/>
              </a:srgbClr>
            </a:outerShdw>
          </a:effectLst>
        </p:spPr>
      </p:pic>
      <p:sp>
        <p:nvSpPr>
          <p:cNvPr id="23" name="Google Shape;23;p119"/>
          <p:cNvSpPr txBox="1"/>
          <p:nvPr>
            <p:ph idx="2" type="title"/>
          </p:nvPr>
        </p:nvSpPr>
        <p:spPr>
          <a:xfrm>
            <a:off x="2821988" y="2093563"/>
            <a:ext cx="16431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119"/>
          <p:cNvSpPr txBox="1"/>
          <p:nvPr>
            <p:ph idx="3" type="title"/>
          </p:nvPr>
        </p:nvSpPr>
        <p:spPr>
          <a:xfrm>
            <a:off x="4631313" y="2093563"/>
            <a:ext cx="16431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119"/>
          <p:cNvSpPr txBox="1"/>
          <p:nvPr>
            <p:ph idx="4" type="title"/>
          </p:nvPr>
        </p:nvSpPr>
        <p:spPr>
          <a:xfrm>
            <a:off x="6488288" y="2093563"/>
            <a:ext cx="16431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 колонки с плашками">
  <p:cSld name="CUSTOM_14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20"/>
          <p:cNvSpPr/>
          <p:nvPr/>
        </p:nvSpPr>
        <p:spPr>
          <a:xfrm>
            <a:off x="802475" y="834034"/>
            <a:ext cx="2338500" cy="32154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19050">
              <a:srgbClr val="000000">
                <a:alpha val="4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" name="Google Shape;28;p120"/>
          <p:cNvSpPr txBox="1"/>
          <p:nvPr>
            <p:ph type="title"/>
          </p:nvPr>
        </p:nvSpPr>
        <p:spPr>
          <a:xfrm>
            <a:off x="932675" y="1093825"/>
            <a:ext cx="20781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120"/>
          <p:cNvSpPr/>
          <p:nvPr/>
        </p:nvSpPr>
        <p:spPr>
          <a:xfrm>
            <a:off x="3313550" y="834034"/>
            <a:ext cx="2338500" cy="32154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19050">
              <a:srgbClr val="000000">
                <a:alpha val="4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" name="Google Shape;30;p120"/>
          <p:cNvSpPr txBox="1"/>
          <p:nvPr>
            <p:ph idx="2" type="title"/>
          </p:nvPr>
        </p:nvSpPr>
        <p:spPr>
          <a:xfrm>
            <a:off x="3443750" y="1093825"/>
            <a:ext cx="20781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120"/>
          <p:cNvSpPr/>
          <p:nvPr/>
        </p:nvSpPr>
        <p:spPr>
          <a:xfrm>
            <a:off x="5824625" y="834034"/>
            <a:ext cx="2338500" cy="32154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19050">
              <a:srgbClr val="000000">
                <a:alpha val="4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" name="Google Shape;32;p120"/>
          <p:cNvSpPr txBox="1"/>
          <p:nvPr>
            <p:ph idx="3" type="title"/>
          </p:nvPr>
        </p:nvSpPr>
        <p:spPr>
          <a:xfrm>
            <a:off x="5954825" y="1093825"/>
            <a:ext cx="20781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плашки с текстом">
  <p:cSld name="CUSTOM_13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1"/>
          <p:cNvSpPr/>
          <p:nvPr/>
        </p:nvSpPr>
        <p:spPr>
          <a:xfrm>
            <a:off x="1681650" y="874100"/>
            <a:ext cx="5443800" cy="955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4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" name="Google Shape;35;p121"/>
          <p:cNvSpPr/>
          <p:nvPr/>
        </p:nvSpPr>
        <p:spPr>
          <a:xfrm>
            <a:off x="1681650" y="2007625"/>
            <a:ext cx="5443800" cy="955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4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" name="Google Shape;36;p121"/>
          <p:cNvSpPr/>
          <p:nvPr/>
        </p:nvSpPr>
        <p:spPr>
          <a:xfrm>
            <a:off x="1681650" y="3141150"/>
            <a:ext cx="5443800" cy="955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4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" name="Google Shape;37;p121"/>
          <p:cNvSpPr txBox="1"/>
          <p:nvPr>
            <p:ph type="title"/>
          </p:nvPr>
        </p:nvSpPr>
        <p:spPr>
          <a:xfrm>
            <a:off x="1952250" y="1024450"/>
            <a:ext cx="4902600" cy="6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0"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" name="Google Shape;38;p121"/>
          <p:cNvSpPr txBox="1"/>
          <p:nvPr>
            <p:ph idx="2" type="title"/>
          </p:nvPr>
        </p:nvSpPr>
        <p:spPr>
          <a:xfrm>
            <a:off x="1952250" y="3319300"/>
            <a:ext cx="4902600" cy="6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0"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" name="Google Shape;39;p121"/>
          <p:cNvSpPr txBox="1"/>
          <p:nvPr>
            <p:ph idx="3" type="title"/>
          </p:nvPr>
        </p:nvSpPr>
        <p:spPr>
          <a:xfrm>
            <a:off x="1952250" y="2171875"/>
            <a:ext cx="4902600" cy="6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0"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кст + блок для доп. информации">
  <p:cSld name="CUSTOM_11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2"/>
          <p:cNvSpPr txBox="1"/>
          <p:nvPr>
            <p:ph type="title"/>
          </p:nvPr>
        </p:nvSpPr>
        <p:spPr>
          <a:xfrm>
            <a:off x="351925" y="1026725"/>
            <a:ext cx="5259300" cy="27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0"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" name="Google Shape;42;p122"/>
          <p:cNvSpPr/>
          <p:nvPr/>
        </p:nvSpPr>
        <p:spPr>
          <a:xfrm>
            <a:off x="5885250" y="1078700"/>
            <a:ext cx="2623800" cy="3105900"/>
          </a:xfrm>
          <a:prstGeom prst="roundRect">
            <a:avLst>
              <a:gd fmla="val 9050" name="adj"/>
            </a:avLst>
          </a:prstGeom>
          <a:solidFill>
            <a:srgbClr val="40299B"/>
          </a:solidFill>
          <a:ln>
            <a:noFill/>
          </a:ln>
          <a:effectLst>
            <a:outerShdw blurRad="57150" rotWithShape="0" algn="bl" dir="5400000" dist="19050">
              <a:srgbClr val="000000">
                <a:alpha val="4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" name="Google Shape;43;p122"/>
          <p:cNvSpPr txBox="1"/>
          <p:nvPr>
            <p:ph idx="2" type="title"/>
          </p:nvPr>
        </p:nvSpPr>
        <p:spPr>
          <a:xfrm>
            <a:off x="6054125" y="1658700"/>
            <a:ext cx="23220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Medium"/>
              <a:buNone/>
              <a:defRPr b="0" sz="14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" name="Google Shape;44;p122" title="chromed-chromed-cursor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23475" y="3387512"/>
            <a:ext cx="844425" cy="974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сылка на источник">
  <p:cSld name="CUSTOM_9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3"/>
          <p:cNvSpPr txBox="1"/>
          <p:nvPr>
            <p:ph type="title"/>
          </p:nvPr>
        </p:nvSpPr>
        <p:spPr>
          <a:xfrm>
            <a:off x="500000" y="4656875"/>
            <a:ext cx="60126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B7E4"/>
              </a:buClr>
              <a:buSzPts val="1200"/>
              <a:buNone/>
              <a:defRPr sz="1200">
                <a:solidFill>
                  <a:srgbClr val="2AB7E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7" name="Google Shape;47;p1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40350" y="4702350"/>
            <a:ext cx="259650" cy="25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одтема">
  <p:cSld name="CUSTOM_3_5">
    <p:bg>
      <p:bgPr>
        <a:solidFill>
          <a:schemeClr val="dk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4"/>
          <p:cNvSpPr/>
          <p:nvPr/>
        </p:nvSpPr>
        <p:spPr>
          <a:xfrm>
            <a:off x="494025" y="682688"/>
            <a:ext cx="6167400" cy="1070700"/>
          </a:xfrm>
          <a:prstGeom prst="roundRect">
            <a:avLst>
              <a:gd fmla="val 16667" name="adj"/>
            </a:avLst>
          </a:prstGeom>
          <a:solidFill>
            <a:srgbClr val="40299B"/>
          </a:solidFill>
          <a:ln>
            <a:noFill/>
          </a:ln>
          <a:effectLst>
            <a:outerShdw blurRad="57150" rotWithShape="0" algn="bl" dir="5400000" dist="19050">
              <a:srgbClr val="000000">
                <a:alpha val="4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t/>
            </a:r>
            <a:endParaRPr b="0" i="0" sz="3400" u="none" cap="none" strike="noStrike">
              <a:solidFill>
                <a:srgbClr val="FFFFFF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50" name="Google Shape;50;p124"/>
          <p:cNvSpPr txBox="1"/>
          <p:nvPr>
            <p:ph type="title"/>
          </p:nvPr>
        </p:nvSpPr>
        <p:spPr>
          <a:xfrm>
            <a:off x="689250" y="670100"/>
            <a:ext cx="56541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1" name="Google Shape;51;p124" title="chromed-chromed-cursor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49025" y="1050537"/>
            <a:ext cx="844425" cy="974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Интеллект-карта 6">
  <p:cSld name="CUSTOM_3_3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5"/>
          <p:cNvSpPr txBox="1"/>
          <p:nvPr>
            <p:ph type="title"/>
          </p:nvPr>
        </p:nvSpPr>
        <p:spPr>
          <a:xfrm>
            <a:off x="705950" y="362125"/>
            <a:ext cx="7570800" cy="8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" name="Google Shape;54;p1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9351" y="820713"/>
            <a:ext cx="6472105" cy="4700226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25"/>
          <p:cNvSpPr/>
          <p:nvPr/>
        </p:nvSpPr>
        <p:spPr>
          <a:xfrm>
            <a:off x="996750" y="3010888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" name="Google Shape;56;p125"/>
          <p:cNvSpPr/>
          <p:nvPr/>
        </p:nvSpPr>
        <p:spPr>
          <a:xfrm>
            <a:off x="2220875" y="1717100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" name="Google Shape;57;p125"/>
          <p:cNvSpPr/>
          <p:nvPr/>
        </p:nvSpPr>
        <p:spPr>
          <a:xfrm>
            <a:off x="4699150" y="1648613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" name="Google Shape;58;p125"/>
          <p:cNvSpPr/>
          <p:nvPr/>
        </p:nvSpPr>
        <p:spPr>
          <a:xfrm>
            <a:off x="5613250" y="2846700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" name="Google Shape;59;p125"/>
          <p:cNvSpPr/>
          <p:nvPr/>
        </p:nvSpPr>
        <p:spPr>
          <a:xfrm>
            <a:off x="5200800" y="4087575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" name="Google Shape;60;p125"/>
          <p:cNvSpPr/>
          <p:nvPr/>
        </p:nvSpPr>
        <p:spPr>
          <a:xfrm>
            <a:off x="2374950" y="4181725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" name="Google Shape;61;p125"/>
          <p:cNvSpPr txBox="1"/>
          <p:nvPr>
            <p:ph idx="2" type="title"/>
          </p:nvPr>
        </p:nvSpPr>
        <p:spPr>
          <a:xfrm>
            <a:off x="2263475" y="1677800"/>
            <a:ext cx="15372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62" name="Google Shape;62;p125"/>
          <p:cNvSpPr txBox="1"/>
          <p:nvPr>
            <p:ph idx="3" type="title"/>
          </p:nvPr>
        </p:nvSpPr>
        <p:spPr>
          <a:xfrm>
            <a:off x="4741750" y="1609325"/>
            <a:ext cx="15372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63" name="Google Shape;63;p125"/>
          <p:cNvSpPr txBox="1"/>
          <p:nvPr>
            <p:ph idx="4" type="title"/>
          </p:nvPr>
        </p:nvSpPr>
        <p:spPr>
          <a:xfrm>
            <a:off x="5655850" y="2809150"/>
            <a:ext cx="15372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64" name="Google Shape;64;p125"/>
          <p:cNvSpPr txBox="1"/>
          <p:nvPr>
            <p:ph idx="5" type="title"/>
          </p:nvPr>
        </p:nvSpPr>
        <p:spPr>
          <a:xfrm>
            <a:off x="5243400" y="4048275"/>
            <a:ext cx="15372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65" name="Google Shape;65;p125"/>
          <p:cNvSpPr txBox="1"/>
          <p:nvPr>
            <p:ph idx="6" type="title"/>
          </p:nvPr>
        </p:nvSpPr>
        <p:spPr>
          <a:xfrm>
            <a:off x="1039350" y="2971600"/>
            <a:ext cx="15372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66" name="Google Shape;66;p125"/>
          <p:cNvSpPr txBox="1"/>
          <p:nvPr>
            <p:ph idx="7" type="title"/>
          </p:nvPr>
        </p:nvSpPr>
        <p:spPr>
          <a:xfrm>
            <a:off x="2417550" y="4142425"/>
            <a:ext cx="15372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Интеллект-карта 5">
  <p:cSld name="CUSTOM_3_3_1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26"/>
          <p:cNvSpPr txBox="1"/>
          <p:nvPr>
            <p:ph type="title"/>
          </p:nvPr>
        </p:nvSpPr>
        <p:spPr>
          <a:xfrm>
            <a:off x="705950" y="362125"/>
            <a:ext cx="7570800" cy="8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9" name="Google Shape;69;p1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9351" y="820713"/>
            <a:ext cx="6472105" cy="4700226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26"/>
          <p:cNvSpPr/>
          <p:nvPr/>
        </p:nvSpPr>
        <p:spPr>
          <a:xfrm>
            <a:off x="996750" y="3010888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" name="Google Shape;71;p126"/>
          <p:cNvSpPr/>
          <p:nvPr/>
        </p:nvSpPr>
        <p:spPr>
          <a:xfrm>
            <a:off x="2511850" y="1787313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" name="Google Shape;72;p126"/>
          <p:cNvSpPr/>
          <p:nvPr/>
        </p:nvSpPr>
        <p:spPr>
          <a:xfrm>
            <a:off x="5400925" y="1871113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" name="Google Shape;73;p126"/>
          <p:cNvSpPr/>
          <p:nvPr/>
        </p:nvSpPr>
        <p:spPr>
          <a:xfrm>
            <a:off x="5868350" y="3495925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" name="Google Shape;74;p126"/>
          <p:cNvSpPr/>
          <p:nvPr/>
        </p:nvSpPr>
        <p:spPr>
          <a:xfrm>
            <a:off x="3162300" y="4221025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" name="Google Shape;75;p126"/>
          <p:cNvSpPr txBox="1"/>
          <p:nvPr>
            <p:ph idx="2" type="title"/>
          </p:nvPr>
        </p:nvSpPr>
        <p:spPr>
          <a:xfrm>
            <a:off x="2619150" y="1748013"/>
            <a:ext cx="15372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76" name="Google Shape;76;p126"/>
          <p:cNvSpPr txBox="1"/>
          <p:nvPr>
            <p:ph idx="3" type="title"/>
          </p:nvPr>
        </p:nvSpPr>
        <p:spPr>
          <a:xfrm>
            <a:off x="5443525" y="1831825"/>
            <a:ext cx="15372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77" name="Google Shape;77;p126"/>
          <p:cNvSpPr txBox="1"/>
          <p:nvPr>
            <p:ph idx="4" type="title"/>
          </p:nvPr>
        </p:nvSpPr>
        <p:spPr>
          <a:xfrm>
            <a:off x="5910950" y="3456625"/>
            <a:ext cx="15372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78" name="Google Shape;78;p126"/>
          <p:cNvSpPr txBox="1"/>
          <p:nvPr>
            <p:ph idx="5" type="title"/>
          </p:nvPr>
        </p:nvSpPr>
        <p:spPr>
          <a:xfrm>
            <a:off x="1039350" y="2971600"/>
            <a:ext cx="15372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79" name="Google Shape;79;p126"/>
          <p:cNvSpPr txBox="1"/>
          <p:nvPr>
            <p:ph idx="6" type="title"/>
          </p:nvPr>
        </p:nvSpPr>
        <p:spPr>
          <a:xfrm>
            <a:off x="3247500" y="4181725"/>
            <a:ext cx="15372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Интеллект-карта 4">
  <p:cSld name="CUSTOM_3_3_1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7"/>
          <p:cNvSpPr txBox="1"/>
          <p:nvPr>
            <p:ph type="title"/>
          </p:nvPr>
        </p:nvSpPr>
        <p:spPr>
          <a:xfrm>
            <a:off x="705950" y="362125"/>
            <a:ext cx="7570800" cy="8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82" name="Google Shape;82;p1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9351" y="820713"/>
            <a:ext cx="6472105" cy="4700226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27"/>
          <p:cNvSpPr/>
          <p:nvPr/>
        </p:nvSpPr>
        <p:spPr>
          <a:xfrm>
            <a:off x="996750" y="3010900"/>
            <a:ext cx="1948200" cy="7662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" name="Google Shape;84;p127"/>
          <p:cNvSpPr txBox="1"/>
          <p:nvPr>
            <p:ph idx="2" type="title"/>
          </p:nvPr>
        </p:nvSpPr>
        <p:spPr>
          <a:xfrm>
            <a:off x="1202250" y="3031450"/>
            <a:ext cx="15372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85" name="Google Shape;85;p127"/>
          <p:cNvSpPr/>
          <p:nvPr/>
        </p:nvSpPr>
        <p:spPr>
          <a:xfrm>
            <a:off x="3057625" y="1759725"/>
            <a:ext cx="1948200" cy="7662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127"/>
          <p:cNvSpPr txBox="1"/>
          <p:nvPr>
            <p:ph idx="3" type="title"/>
          </p:nvPr>
        </p:nvSpPr>
        <p:spPr>
          <a:xfrm>
            <a:off x="3263125" y="1780275"/>
            <a:ext cx="15372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87" name="Google Shape;87;p127"/>
          <p:cNvSpPr/>
          <p:nvPr/>
        </p:nvSpPr>
        <p:spPr>
          <a:xfrm>
            <a:off x="3301475" y="4094475"/>
            <a:ext cx="1948200" cy="7662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27"/>
          <p:cNvSpPr txBox="1"/>
          <p:nvPr>
            <p:ph idx="4" type="title"/>
          </p:nvPr>
        </p:nvSpPr>
        <p:spPr>
          <a:xfrm>
            <a:off x="3506975" y="4115025"/>
            <a:ext cx="15372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89" name="Google Shape;89;p127"/>
          <p:cNvSpPr/>
          <p:nvPr/>
        </p:nvSpPr>
        <p:spPr>
          <a:xfrm>
            <a:off x="5044175" y="2843325"/>
            <a:ext cx="1948200" cy="7662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" name="Google Shape;90;p127"/>
          <p:cNvSpPr txBox="1"/>
          <p:nvPr>
            <p:ph idx="5" type="title"/>
          </p:nvPr>
        </p:nvSpPr>
        <p:spPr>
          <a:xfrm>
            <a:off x="5249675" y="2863875"/>
            <a:ext cx="15372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Интеллект-карта 3">
  <p:cSld name="CUSTOM_3_3_1_1_1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28"/>
          <p:cNvSpPr txBox="1"/>
          <p:nvPr>
            <p:ph type="title"/>
          </p:nvPr>
        </p:nvSpPr>
        <p:spPr>
          <a:xfrm>
            <a:off x="705950" y="362125"/>
            <a:ext cx="7570800" cy="8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3" name="Google Shape;93;p1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9351" y="820713"/>
            <a:ext cx="6472105" cy="4700226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28"/>
          <p:cNvSpPr/>
          <p:nvPr/>
        </p:nvSpPr>
        <p:spPr>
          <a:xfrm>
            <a:off x="3673825" y="1785375"/>
            <a:ext cx="2591700" cy="7662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" name="Google Shape;95;p128"/>
          <p:cNvSpPr txBox="1"/>
          <p:nvPr>
            <p:ph idx="2" type="title"/>
          </p:nvPr>
        </p:nvSpPr>
        <p:spPr>
          <a:xfrm>
            <a:off x="3810875" y="1805925"/>
            <a:ext cx="22494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6" name="Google Shape;96;p128"/>
          <p:cNvSpPr/>
          <p:nvPr/>
        </p:nvSpPr>
        <p:spPr>
          <a:xfrm>
            <a:off x="1219175" y="3013400"/>
            <a:ext cx="2591700" cy="7662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" name="Google Shape;97;p128"/>
          <p:cNvSpPr txBox="1"/>
          <p:nvPr>
            <p:ph idx="3" type="title"/>
          </p:nvPr>
        </p:nvSpPr>
        <p:spPr>
          <a:xfrm>
            <a:off x="1356225" y="3033950"/>
            <a:ext cx="22494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8" name="Google Shape;98;p128"/>
          <p:cNvSpPr/>
          <p:nvPr/>
        </p:nvSpPr>
        <p:spPr>
          <a:xfrm>
            <a:off x="4295300" y="3827500"/>
            <a:ext cx="2591700" cy="7662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" name="Google Shape;99;p128"/>
          <p:cNvSpPr txBox="1"/>
          <p:nvPr>
            <p:ph idx="4" type="title"/>
          </p:nvPr>
        </p:nvSpPr>
        <p:spPr>
          <a:xfrm>
            <a:off x="4432350" y="3848050"/>
            <a:ext cx="22494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1">
  <p:cSld name="CUSTOM_3_2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29"/>
          <p:cNvSpPr txBox="1"/>
          <p:nvPr>
            <p:ph type="title"/>
          </p:nvPr>
        </p:nvSpPr>
        <p:spPr>
          <a:xfrm>
            <a:off x="312300" y="1678050"/>
            <a:ext cx="3907800" cy="17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2" name="Google Shape;102;p129"/>
          <p:cNvSpPr txBox="1"/>
          <p:nvPr>
            <p:ph idx="2" type="title"/>
          </p:nvPr>
        </p:nvSpPr>
        <p:spPr>
          <a:xfrm>
            <a:off x="5014425" y="448875"/>
            <a:ext cx="39951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0"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3" name="Google Shape;103;p129"/>
          <p:cNvSpPr txBox="1"/>
          <p:nvPr>
            <p:ph idx="3" type="title"/>
          </p:nvPr>
        </p:nvSpPr>
        <p:spPr>
          <a:xfrm>
            <a:off x="5014425" y="2071800"/>
            <a:ext cx="39951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0"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129"/>
          <p:cNvSpPr txBox="1"/>
          <p:nvPr>
            <p:ph idx="4" type="title"/>
          </p:nvPr>
        </p:nvSpPr>
        <p:spPr>
          <a:xfrm>
            <a:off x="5014425" y="3583525"/>
            <a:ext cx="39951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5" name="Google Shape;105;p129"/>
          <p:cNvSpPr txBox="1"/>
          <p:nvPr/>
        </p:nvSpPr>
        <p:spPr>
          <a:xfrm>
            <a:off x="4341150" y="498175"/>
            <a:ext cx="7527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ru" sz="2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29"/>
          <p:cNvSpPr txBox="1"/>
          <p:nvPr/>
        </p:nvSpPr>
        <p:spPr>
          <a:xfrm>
            <a:off x="4341150" y="2082125"/>
            <a:ext cx="7527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ru" sz="2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29"/>
          <p:cNvSpPr txBox="1"/>
          <p:nvPr/>
        </p:nvSpPr>
        <p:spPr>
          <a:xfrm>
            <a:off x="4341150" y="3540725"/>
            <a:ext cx="7527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ru" sz="2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3159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кст + место для иллюстрации">
  <p:cSld name="CUSTOM_3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0"/>
          <p:cNvSpPr txBox="1"/>
          <p:nvPr>
            <p:ph type="title"/>
          </p:nvPr>
        </p:nvSpPr>
        <p:spPr>
          <a:xfrm>
            <a:off x="397825" y="1289250"/>
            <a:ext cx="45927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130"/>
          <p:cNvSpPr/>
          <p:nvPr/>
        </p:nvSpPr>
        <p:spPr>
          <a:xfrm>
            <a:off x="6180050" y="1284150"/>
            <a:ext cx="2259300" cy="2575200"/>
          </a:xfrm>
          <a:prstGeom prst="roundRect">
            <a:avLst>
              <a:gd fmla="val 784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3572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ма блока ">
  <p:cSld name="CUSTOM_17">
    <p:bg>
      <p:bgPr>
        <a:solidFill>
          <a:schemeClr val="dk1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31"/>
          <p:cNvSpPr txBox="1"/>
          <p:nvPr>
            <p:ph type="title"/>
          </p:nvPr>
        </p:nvSpPr>
        <p:spPr>
          <a:xfrm>
            <a:off x="262213" y="1682949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3" name="Google Shape;113;p131"/>
          <p:cNvPicPr preferRelativeResize="0"/>
          <p:nvPr/>
        </p:nvPicPr>
        <p:blipFill rotWithShape="1">
          <a:blip r:embed="rId2">
            <a:alphaModFix/>
          </a:blip>
          <a:srcRect b="61754" l="0" r="0" t="37151"/>
          <a:stretch/>
        </p:blipFill>
        <p:spPr>
          <a:xfrm>
            <a:off x="0" y="3600500"/>
            <a:ext cx="9181975" cy="5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Белый слайд + заголовок" type="secHead">
  <p:cSld name="SECTION_HEADER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09"/>
          <p:cNvSpPr txBox="1"/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0" name="Google Shape;120;p10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CUSTOM_3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12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ложка">
  <p:cSld name="CUSTOM_6">
    <p:bg>
      <p:bgPr>
        <a:solidFill>
          <a:schemeClr val="dk1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53"/>
          <p:cNvSpPr txBox="1"/>
          <p:nvPr/>
        </p:nvSpPr>
        <p:spPr>
          <a:xfrm>
            <a:off x="556300" y="1539975"/>
            <a:ext cx="73797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ru" sz="4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Тема блока 1</a:t>
            </a:r>
            <a:endParaRPr b="1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FBFBF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5" name="Google Shape;125;p153"/>
          <p:cNvPicPr preferRelativeResize="0"/>
          <p:nvPr/>
        </p:nvPicPr>
        <p:blipFill rotWithShape="1">
          <a:blip r:embed="rId2">
            <a:alphaModFix/>
          </a:blip>
          <a:srcRect b="61754" l="0" r="0" t="37151"/>
          <a:stretch/>
        </p:blipFill>
        <p:spPr>
          <a:xfrm>
            <a:off x="0" y="3600500"/>
            <a:ext cx="9181975" cy="5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orient="horz" pos="680">
          <p15:clr>
            <a:srgbClr val="E46962"/>
          </p15:clr>
        </p15:guide>
        <p15:guide id="4" pos="283">
          <p15:clr>
            <a:srgbClr val="E46962"/>
          </p15:clr>
        </p15:guide>
        <p15:guide id="5" orient="horz" pos="1191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" type="title">
  <p:cSld name="TITLE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54"/>
          <p:cNvSpPr txBox="1"/>
          <p:nvPr>
            <p:ph idx="1" type="subTitle"/>
          </p:nvPr>
        </p:nvSpPr>
        <p:spPr>
          <a:xfrm>
            <a:off x="2866800" y="4377125"/>
            <a:ext cx="6068700" cy="4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28" name="Google Shape;128;p154"/>
          <p:cNvSpPr txBox="1"/>
          <p:nvPr>
            <p:ph type="title"/>
          </p:nvPr>
        </p:nvSpPr>
        <p:spPr>
          <a:xfrm>
            <a:off x="882150" y="1110675"/>
            <a:ext cx="7379700" cy="23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аш макет 1">
  <p:cSld name="CUSTOM_5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55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56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3" name="Google Shape;133;p156"/>
          <p:cNvSpPr txBox="1"/>
          <p:nvPr>
            <p:ph idx="1" type="body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11150" lvl="1" marL="9144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indent="-311150" lvl="2" marL="1371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indent="-311150" lvl="3" marL="1828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indent="-3111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indent="-311150" lvl="5" marL="27432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indent="-311150" lvl="6" marL="32004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indent="-311150" lvl="7" marL="3657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indent="-311150" lvl="8" marL="411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/>
        </p:txBody>
      </p:sp>
      <p:sp>
        <p:nvSpPr>
          <p:cNvPr id="134" name="Google Shape;134;p1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ма вебинара" type="twoColTx">
  <p:cSld name="TITLE_AND_TWO_COLUMNS">
    <p:bg>
      <p:bgPr>
        <a:solidFill>
          <a:schemeClr val="dk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57"/>
          <p:cNvSpPr txBox="1"/>
          <p:nvPr/>
        </p:nvSpPr>
        <p:spPr>
          <a:xfrm>
            <a:off x="556300" y="1539975"/>
            <a:ext cx="73797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ru" sz="4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Тема блока 1</a:t>
            </a:r>
            <a:endParaRPr b="1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FBFBF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7" name="Google Shape;137;p157"/>
          <p:cNvPicPr preferRelativeResize="0"/>
          <p:nvPr/>
        </p:nvPicPr>
        <p:blipFill rotWithShape="1">
          <a:blip r:embed="rId2">
            <a:alphaModFix/>
          </a:blip>
          <a:srcRect b="61754" l="0" r="0" t="37151"/>
          <a:stretch/>
        </p:blipFill>
        <p:spPr>
          <a:xfrm>
            <a:off x="0" y="3600500"/>
            <a:ext cx="9181975" cy="5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97">
          <p15:clr>
            <a:srgbClr val="FA7B17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подтемой">
  <p:cSld name="MAIN_POINT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58"/>
          <p:cNvSpPr txBox="1"/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 себе">
  <p:cSld name="CUSTOM_1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9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2" name="Google Shape;142;p159"/>
          <p:cNvSpPr txBox="1"/>
          <p:nvPr>
            <p:ph idx="1" type="subTitle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600"/>
              <a:buNone/>
              <a:defRPr b="1" sz="1600">
                <a:solidFill>
                  <a:srgbClr val="013D8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3" name="Google Shape;143;p159"/>
          <p:cNvSpPr txBox="1"/>
          <p:nvPr>
            <p:ph idx="2" type="subTitle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sz="13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здел+описание">
  <p:cSld name="SECTION_TITLE_AND_DESCRIPTION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60"/>
          <p:cNvSpPr txBox="1"/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47" name="Google Shape;147;p160"/>
          <p:cNvSpPr txBox="1"/>
          <p:nvPr>
            <p:ph idx="1" type="subTitle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148" name="Google Shape;148;p16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3655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115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1115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  <p:sp>
        <p:nvSpPr>
          <p:cNvPr id="149" name="Google Shape;149;p1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кодом 1">
  <p:cSld name="CUSTOM_2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1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2" name="Google Shape;152;p161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61"/>
          <p:cNvSpPr txBox="1"/>
          <p:nvPr>
            <p:ph idx="1" type="subTitle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кодом 2">
  <p:cSld name="CUSTOM_2_1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62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6" name="Google Shape;156;p16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62"/>
          <p:cNvSpPr txBox="1"/>
          <p:nvPr>
            <p:ph idx="1" type="subTitle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резентация">
  <p:cSld name="CUSTOM_7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63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0" name="Google Shape;160;p163"/>
          <p:cNvSpPr/>
          <p:nvPr/>
        </p:nvSpPr>
        <p:spPr>
          <a:xfrm>
            <a:off x="1122250" y="1862825"/>
            <a:ext cx="1913100" cy="2634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" name="Google Shape;161;p163"/>
          <p:cNvSpPr/>
          <p:nvPr/>
        </p:nvSpPr>
        <p:spPr>
          <a:xfrm>
            <a:off x="3330250" y="1862825"/>
            <a:ext cx="1913100" cy="2634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" name="Google Shape;162;p163"/>
          <p:cNvSpPr/>
          <p:nvPr/>
        </p:nvSpPr>
        <p:spPr>
          <a:xfrm>
            <a:off x="5538250" y="2015225"/>
            <a:ext cx="1913100" cy="2634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КОД+ТЕКСТ 1">
  <p:cSld name="CUSTOM_4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64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5" name="Google Shape;165;p164"/>
          <p:cNvSpPr txBox="1"/>
          <p:nvPr>
            <p:ph idx="1" type="subTitle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sz="13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6" name="Google Shape;166;p16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64"/>
          <p:cNvSpPr txBox="1"/>
          <p:nvPr>
            <p:ph idx="2" type="subTitle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зделительный слайд-синий">
  <p:cSld name="MAIN_POINT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170" name="Google Shape;170;p16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65"/>
          <p:cNvSpPr txBox="1"/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пределение, важный тезис ">
  <p:cSld name="CUSTOM_16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68747b8211_0_134"/>
          <p:cNvSpPr/>
          <p:nvPr/>
        </p:nvSpPr>
        <p:spPr>
          <a:xfrm>
            <a:off x="1135550" y="1470863"/>
            <a:ext cx="6711600" cy="1427400"/>
          </a:xfrm>
          <a:prstGeom prst="roundRect">
            <a:avLst>
              <a:gd fmla="val 16667" name="adj"/>
            </a:avLst>
          </a:prstGeom>
          <a:solidFill>
            <a:srgbClr val="40299B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" name="Google Shape;178;g368747b8211_0_134"/>
          <p:cNvSpPr txBox="1"/>
          <p:nvPr>
            <p:ph type="title"/>
          </p:nvPr>
        </p:nvSpPr>
        <p:spPr>
          <a:xfrm>
            <a:off x="1472550" y="1705988"/>
            <a:ext cx="58242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79" name="Google Shape;179;g368747b8211_0_134" title="chromed-chromed-curso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002725" y="2084337"/>
            <a:ext cx="844425" cy="974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кст на градиенте">
  <p:cSld name="CUSTOM_1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68747b8211_0_138"/>
          <p:cNvSpPr txBox="1"/>
          <p:nvPr>
            <p:ph type="title"/>
          </p:nvPr>
        </p:nvSpPr>
        <p:spPr>
          <a:xfrm>
            <a:off x="718575" y="14902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sz="4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этапа процесса">
  <p:cSld name="CUSTOM_15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68747b8211_0_140"/>
          <p:cNvSpPr txBox="1"/>
          <p:nvPr>
            <p:ph type="title"/>
          </p:nvPr>
        </p:nvSpPr>
        <p:spPr>
          <a:xfrm>
            <a:off x="1012663" y="2093563"/>
            <a:ext cx="16431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0" sz="12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84" name="Google Shape;184;g368747b8211_0_1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12613" y="1078063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185" name="Google Shape;185;g368747b8211_0_1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8051" y="10780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186" name="Google Shape;186;g368747b8211_0_1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17378" y="10780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187" name="Google Shape;187;g368747b8211_0_1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36764" y="10780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sp>
        <p:nvSpPr>
          <p:cNvPr id="188" name="Google Shape;188;g368747b8211_0_140"/>
          <p:cNvSpPr txBox="1"/>
          <p:nvPr>
            <p:ph idx="2" type="title"/>
          </p:nvPr>
        </p:nvSpPr>
        <p:spPr>
          <a:xfrm>
            <a:off x="2821988" y="2093563"/>
            <a:ext cx="16431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0" sz="12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9" name="Google Shape;189;g368747b8211_0_140"/>
          <p:cNvSpPr txBox="1"/>
          <p:nvPr>
            <p:ph idx="3" type="title"/>
          </p:nvPr>
        </p:nvSpPr>
        <p:spPr>
          <a:xfrm>
            <a:off x="4631313" y="2093563"/>
            <a:ext cx="16431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0" sz="12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0" name="Google Shape;190;g368747b8211_0_140"/>
          <p:cNvSpPr txBox="1"/>
          <p:nvPr>
            <p:ph idx="4" type="title"/>
          </p:nvPr>
        </p:nvSpPr>
        <p:spPr>
          <a:xfrm>
            <a:off x="6488288" y="2093563"/>
            <a:ext cx="16431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0" sz="12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 колонки с плашками">
  <p:cSld name="CUSTOM_14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68747b8211_0_149"/>
          <p:cNvSpPr/>
          <p:nvPr/>
        </p:nvSpPr>
        <p:spPr>
          <a:xfrm>
            <a:off x="802475" y="834034"/>
            <a:ext cx="2338500" cy="32154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3" name="Google Shape;193;g368747b8211_0_149"/>
          <p:cNvSpPr txBox="1"/>
          <p:nvPr>
            <p:ph type="title"/>
          </p:nvPr>
        </p:nvSpPr>
        <p:spPr>
          <a:xfrm>
            <a:off x="932675" y="1093825"/>
            <a:ext cx="20781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4" name="Google Shape;194;g368747b8211_0_149"/>
          <p:cNvSpPr/>
          <p:nvPr/>
        </p:nvSpPr>
        <p:spPr>
          <a:xfrm>
            <a:off x="3313550" y="834034"/>
            <a:ext cx="2338500" cy="32154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" name="Google Shape;195;g368747b8211_0_149"/>
          <p:cNvSpPr txBox="1"/>
          <p:nvPr>
            <p:ph idx="2" type="title"/>
          </p:nvPr>
        </p:nvSpPr>
        <p:spPr>
          <a:xfrm>
            <a:off x="3443750" y="1093825"/>
            <a:ext cx="20781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6" name="Google Shape;196;g368747b8211_0_149"/>
          <p:cNvSpPr/>
          <p:nvPr/>
        </p:nvSpPr>
        <p:spPr>
          <a:xfrm>
            <a:off x="5824625" y="834034"/>
            <a:ext cx="2338500" cy="32154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7" name="Google Shape;197;g368747b8211_0_149"/>
          <p:cNvSpPr txBox="1"/>
          <p:nvPr>
            <p:ph idx="3" type="title"/>
          </p:nvPr>
        </p:nvSpPr>
        <p:spPr>
          <a:xfrm>
            <a:off x="5954825" y="1093825"/>
            <a:ext cx="20781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плашки с текстом">
  <p:cSld name="CUSTOM_13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68747b8211_0_156"/>
          <p:cNvSpPr/>
          <p:nvPr/>
        </p:nvSpPr>
        <p:spPr>
          <a:xfrm>
            <a:off x="1681650" y="874100"/>
            <a:ext cx="5443800" cy="955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0" name="Google Shape;200;g368747b8211_0_156"/>
          <p:cNvSpPr/>
          <p:nvPr/>
        </p:nvSpPr>
        <p:spPr>
          <a:xfrm>
            <a:off x="1681650" y="2007625"/>
            <a:ext cx="5443800" cy="955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g368747b8211_0_156"/>
          <p:cNvSpPr/>
          <p:nvPr/>
        </p:nvSpPr>
        <p:spPr>
          <a:xfrm>
            <a:off x="1681650" y="3141150"/>
            <a:ext cx="5443800" cy="955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2" name="Google Shape;202;g368747b8211_0_156"/>
          <p:cNvSpPr txBox="1"/>
          <p:nvPr>
            <p:ph type="title"/>
          </p:nvPr>
        </p:nvSpPr>
        <p:spPr>
          <a:xfrm>
            <a:off x="1952250" y="1024450"/>
            <a:ext cx="4902600" cy="6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None/>
              <a:defRPr b="0" sz="13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3" name="Google Shape;203;g368747b8211_0_156"/>
          <p:cNvSpPr txBox="1"/>
          <p:nvPr>
            <p:ph idx="2" type="title"/>
          </p:nvPr>
        </p:nvSpPr>
        <p:spPr>
          <a:xfrm>
            <a:off x="1952250" y="3319300"/>
            <a:ext cx="4902600" cy="6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None/>
              <a:defRPr b="0" sz="13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4" name="Google Shape;204;g368747b8211_0_156"/>
          <p:cNvSpPr txBox="1"/>
          <p:nvPr>
            <p:ph idx="3" type="title"/>
          </p:nvPr>
        </p:nvSpPr>
        <p:spPr>
          <a:xfrm>
            <a:off x="1952250" y="2171875"/>
            <a:ext cx="4902600" cy="6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None/>
              <a:defRPr b="0" sz="13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кст + блок для доп. информации">
  <p:cSld name="CUSTOM_11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68747b8211_0_163"/>
          <p:cNvSpPr txBox="1"/>
          <p:nvPr>
            <p:ph type="title"/>
          </p:nvPr>
        </p:nvSpPr>
        <p:spPr>
          <a:xfrm>
            <a:off x="351925" y="1026725"/>
            <a:ext cx="5259300" cy="27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None/>
              <a:defRPr b="0" sz="15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7" name="Google Shape;207;g368747b8211_0_163"/>
          <p:cNvSpPr/>
          <p:nvPr/>
        </p:nvSpPr>
        <p:spPr>
          <a:xfrm>
            <a:off x="5885250" y="1078700"/>
            <a:ext cx="2623800" cy="3105900"/>
          </a:xfrm>
          <a:prstGeom prst="roundRect">
            <a:avLst>
              <a:gd fmla="val 9050" name="adj"/>
            </a:avLst>
          </a:prstGeom>
          <a:solidFill>
            <a:srgbClr val="40299B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" name="Google Shape;208;g368747b8211_0_163"/>
          <p:cNvSpPr txBox="1"/>
          <p:nvPr>
            <p:ph idx="2" type="title"/>
          </p:nvPr>
        </p:nvSpPr>
        <p:spPr>
          <a:xfrm>
            <a:off x="6054125" y="1658700"/>
            <a:ext cx="23220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Medium"/>
              <a:buNone/>
              <a:defRPr b="0" sz="14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09" name="Google Shape;209;g368747b8211_0_163" title="chromed-chromed-curso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723475" y="3387512"/>
            <a:ext cx="844425" cy="974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сылка на источник">
  <p:cSld name="CUSTOM_9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68747b8211_0_168"/>
          <p:cNvSpPr txBox="1"/>
          <p:nvPr>
            <p:ph type="title"/>
          </p:nvPr>
        </p:nvSpPr>
        <p:spPr>
          <a:xfrm>
            <a:off x="500000" y="4656875"/>
            <a:ext cx="6012600" cy="42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AB7E4"/>
              </a:buClr>
              <a:buSzPts val="1200"/>
              <a:buNone/>
              <a:defRPr sz="1200">
                <a:solidFill>
                  <a:srgbClr val="2AB7E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2" name="Google Shape;212;g368747b8211_0_16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0350" y="4702350"/>
            <a:ext cx="259650" cy="25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CUSTOM_3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68747b8211_0_171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одтема">
  <p:cSld name="CUSTOM_3_5">
    <p:bg>
      <p:bgPr>
        <a:solidFill>
          <a:schemeClr val="dk1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68747b8211_0_173"/>
          <p:cNvSpPr/>
          <p:nvPr/>
        </p:nvSpPr>
        <p:spPr>
          <a:xfrm>
            <a:off x="494025" y="682688"/>
            <a:ext cx="6167400" cy="1070700"/>
          </a:xfrm>
          <a:prstGeom prst="roundRect">
            <a:avLst>
              <a:gd fmla="val 16667" name="adj"/>
            </a:avLst>
          </a:prstGeom>
          <a:solidFill>
            <a:srgbClr val="40299B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>
              <a:solidFill>
                <a:srgbClr val="FFFFFF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17" name="Google Shape;217;g368747b8211_0_173"/>
          <p:cNvSpPr txBox="1"/>
          <p:nvPr>
            <p:ph type="title"/>
          </p:nvPr>
        </p:nvSpPr>
        <p:spPr>
          <a:xfrm>
            <a:off x="689250" y="670100"/>
            <a:ext cx="56541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8" name="Google Shape;218;g368747b8211_0_173" title="chromed-chromed-curso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49025" y="1050537"/>
            <a:ext cx="844425" cy="974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Интеллект-карта 6">
  <p:cSld name="CUSTOM_3_3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68747b8211_0_177"/>
          <p:cNvSpPr txBox="1"/>
          <p:nvPr>
            <p:ph type="title"/>
          </p:nvPr>
        </p:nvSpPr>
        <p:spPr>
          <a:xfrm>
            <a:off x="705950" y="362125"/>
            <a:ext cx="7570800" cy="88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g368747b8211_0_17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9351" y="820713"/>
            <a:ext cx="6472105" cy="4700226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g368747b8211_0_177"/>
          <p:cNvSpPr/>
          <p:nvPr/>
        </p:nvSpPr>
        <p:spPr>
          <a:xfrm>
            <a:off x="996750" y="3010888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" name="Google Shape;223;g368747b8211_0_177"/>
          <p:cNvSpPr/>
          <p:nvPr/>
        </p:nvSpPr>
        <p:spPr>
          <a:xfrm>
            <a:off x="2220875" y="1717100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4" name="Google Shape;224;g368747b8211_0_177"/>
          <p:cNvSpPr/>
          <p:nvPr/>
        </p:nvSpPr>
        <p:spPr>
          <a:xfrm>
            <a:off x="4699150" y="1648613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" name="Google Shape;225;g368747b8211_0_177"/>
          <p:cNvSpPr/>
          <p:nvPr/>
        </p:nvSpPr>
        <p:spPr>
          <a:xfrm>
            <a:off x="5613250" y="2846700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" name="Google Shape;226;g368747b8211_0_177"/>
          <p:cNvSpPr/>
          <p:nvPr/>
        </p:nvSpPr>
        <p:spPr>
          <a:xfrm>
            <a:off x="5200800" y="4087575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7" name="Google Shape;227;g368747b8211_0_177"/>
          <p:cNvSpPr/>
          <p:nvPr/>
        </p:nvSpPr>
        <p:spPr>
          <a:xfrm>
            <a:off x="2374950" y="4181725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8" name="Google Shape;228;g368747b8211_0_177"/>
          <p:cNvSpPr txBox="1"/>
          <p:nvPr>
            <p:ph idx="2" type="title"/>
          </p:nvPr>
        </p:nvSpPr>
        <p:spPr>
          <a:xfrm>
            <a:off x="2263475" y="1677800"/>
            <a:ext cx="1537200" cy="72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229" name="Google Shape;229;g368747b8211_0_177"/>
          <p:cNvSpPr txBox="1"/>
          <p:nvPr>
            <p:ph idx="3" type="title"/>
          </p:nvPr>
        </p:nvSpPr>
        <p:spPr>
          <a:xfrm>
            <a:off x="4741750" y="1609325"/>
            <a:ext cx="1537200" cy="72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230" name="Google Shape;230;g368747b8211_0_177"/>
          <p:cNvSpPr txBox="1"/>
          <p:nvPr>
            <p:ph idx="4" type="title"/>
          </p:nvPr>
        </p:nvSpPr>
        <p:spPr>
          <a:xfrm>
            <a:off x="5655850" y="2809150"/>
            <a:ext cx="1537200" cy="72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231" name="Google Shape;231;g368747b8211_0_177"/>
          <p:cNvSpPr txBox="1"/>
          <p:nvPr>
            <p:ph idx="5" type="title"/>
          </p:nvPr>
        </p:nvSpPr>
        <p:spPr>
          <a:xfrm>
            <a:off x="5243400" y="4048275"/>
            <a:ext cx="1537200" cy="72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232" name="Google Shape;232;g368747b8211_0_177"/>
          <p:cNvSpPr txBox="1"/>
          <p:nvPr>
            <p:ph idx="6" type="title"/>
          </p:nvPr>
        </p:nvSpPr>
        <p:spPr>
          <a:xfrm>
            <a:off x="1039350" y="2971600"/>
            <a:ext cx="1537200" cy="72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233" name="Google Shape;233;g368747b8211_0_177"/>
          <p:cNvSpPr txBox="1"/>
          <p:nvPr>
            <p:ph idx="7" type="title"/>
          </p:nvPr>
        </p:nvSpPr>
        <p:spPr>
          <a:xfrm>
            <a:off x="2417550" y="4142425"/>
            <a:ext cx="1537200" cy="72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Интеллект-карта 5">
  <p:cSld name="CUSTOM_3_3_1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68747b8211_0_192"/>
          <p:cNvSpPr txBox="1"/>
          <p:nvPr>
            <p:ph type="title"/>
          </p:nvPr>
        </p:nvSpPr>
        <p:spPr>
          <a:xfrm>
            <a:off x="705950" y="362125"/>
            <a:ext cx="7570800" cy="88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6" name="Google Shape;236;g368747b8211_0_19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9351" y="820713"/>
            <a:ext cx="6472105" cy="4700226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g368747b8211_0_192"/>
          <p:cNvSpPr/>
          <p:nvPr/>
        </p:nvSpPr>
        <p:spPr>
          <a:xfrm>
            <a:off x="996750" y="3010888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8" name="Google Shape;238;g368747b8211_0_192"/>
          <p:cNvSpPr/>
          <p:nvPr/>
        </p:nvSpPr>
        <p:spPr>
          <a:xfrm>
            <a:off x="2511850" y="1787313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9" name="Google Shape;239;g368747b8211_0_192"/>
          <p:cNvSpPr/>
          <p:nvPr/>
        </p:nvSpPr>
        <p:spPr>
          <a:xfrm>
            <a:off x="5400925" y="1871113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0" name="Google Shape;240;g368747b8211_0_192"/>
          <p:cNvSpPr/>
          <p:nvPr/>
        </p:nvSpPr>
        <p:spPr>
          <a:xfrm>
            <a:off x="5868350" y="3495925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" name="Google Shape;241;g368747b8211_0_192"/>
          <p:cNvSpPr/>
          <p:nvPr/>
        </p:nvSpPr>
        <p:spPr>
          <a:xfrm>
            <a:off x="3162300" y="4221025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" name="Google Shape;242;g368747b8211_0_192"/>
          <p:cNvSpPr txBox="1"/>
          <p:nvPr>
            <p:ph idx="2" type="title"/>
          </p:nvPr>
        </p:nvSpPr>
        <p:spPr>
          <a:xfrm>
            <a:off x="2619150" y="1748013"/>
            <a:ext cx="1537200" cy="72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243" name="Google Shape;243;g368747b8211_0_192"/>
          <p:cNvSpPr txBox="1"/>
          <p:nvPr>
            <p:ph idx="3" type="title"/>
          </p:nvPr>
        </p:nvSpPr>
        <p:spPr>
          <a:xfrm>
            <a:off x="5443525" y="1831825"/>
            <a:ext cx="1537200" cy="72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244" name="Google Shape;244;g368747b8211_0_192"/>
          <p:cNvSpPr txBox="1"/>
          <p:nvPr>
            <p:ph idx="4" type="title"/>
          </p:nvPr>
        </p:nvSpPr>
        <p:spPr>
          <a:xfrm>
            <a:off x="5910950" y="3456625"/>
            <a:ext cx="1537200" cy="72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245" name="Google Shape;245;g368747b8211_0_192"/>
          <p:cNvSpPr txBox="1"/>
          <p:nvPr>
            <p:ph idx="5" type="title"/>
          </p:nvPr>
        </p:nvSpPr>
        <p:spPr>
          <a:xfrm>
            <a:off x="1039350" y="2971600"/>
            <a:ext cx="1537200" cy="72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246" name="Google Shape;246;g368747b8211_0_192"/>
          <p:cNvSpPr txBox="1"/>
          <p:nvPr>
            <p:ph idx="6" type="title"/>
          </p:nvPr>
        </p:nvSpPr>
        <p:spPr>
          <a:xfrm>
            <a:off x="3247500" y="4181725"/>
            <a:ext cx="1537200" cy="72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Интеллект-карта 4">
  <p:cSld name="CUSTOM_3_3_1_1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68747b8211_0_205"/>
          <p:cNvSpPr txBox="1"/>
          <p:nvPr>
            <p:ph type="title"/>
          </p:nvPr>
        </p:nvSpPr>
        <p:spPr>
          <a:xfrm>
            <a:off x="705950" y="362125"/>
            <a:ext cx="7570800" cy="88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49" name="Google Shape;249;g368747b8211_0_20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9351" y="820713"/>
            <a:ext cx="6472105" cy="4700226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g368747b8211_0_205"/>
          <p:cNvSpPr/>
          <p:nvPr/>
        </p:nvSpPr>
        <p:spPr>
          <a:xfrm>
            <a:off x="996750" y="3010900"/>
            <a:ext cx="1948200" cy="7662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1" name="Google Shape;251;g368747b8211_0_205"/>
          <p:cNvSpPr txBox="1"/>
          <p:nvPr>
            <p:ph idx="2" type="title"/>
          </p:nvPr>
        </p:nvSpPr>
        <p:spPr>
          <a:xfrm>
            <a:off x="1202250" y="3031450"/>
            <a:ext cx="1537200" cy="72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252" name="Google Shape;252;g368747b8211_0_205"/>
          <p:cNvSpPr/>
          <p:nvPr/>
        </p:nvSpPr>
        <p:spPr>
          <a:xfrm>
            <a:off x="3057625" y="1759725"/>
            <a:ext cx="1948200" cy="7662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3" name="Google Shape;253;g368747b8211_0_205"/>
          <p:cNvSpPr txBox="1"/>
          <p:nvPr>
            <p:ph idx="3" type="title"/>
          </p:nvPr>
        </p:nvSpPr>
        <p:spPr>
          <a:xfrm>
            <a:off x="3263125" y="1780275"/>
            <a:ext cx="1537200" cy="72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254" name="Google Shape;254;g368747b8211_0_205"/>
          <p:cNvSpPr/>
          <p:nvPr/>
        </p:nvSpPr>
        <p:spPr>
          <a:xfrm>
            <a:off x="3301475" y="4094475"/>
            <a:ext cx="1948200" cy="7662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5" name="Google Shape;255;g368747b8211_0_205"/>
          <p:cNvSpPr txBox="1"/>
          <p:nvPr>
            <p:ph idx="4" type="title"/>
          </p:nvPr>
        </p:nvSpPr>
        <p:spPr>
          <a:xfrm>
            <a:off x="3506975" y="4115025"/>
            <a:ext cx="1537200" cy="72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256" name="Google Shape;256;g368747b8211_0_205"/>
          <p:cNvSpPr/>
          <p:nvPr/>
        </p:nvSpPr>
        <p:spPr>
          <a:xfrm>
            <a:off x="5044175" y="2843325"/>
            <a:ext cx="1948200" cy="7662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7" name="Google Shape;257;g368747b8211_0_205"/>
          <p:cNvSpPr txBox="1"/>
          <p:nvPr>
            <p:ph idx="5" type="title"/>
          </p:nvPr>
        </p:nvSpPr>
        <p:spPr>
          <a:xfrm>
            <a:off x="5249675" y="2863875"/>
            <a:ext cx="1537200" cy="72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Интеллект-карта 3">
  <p:cSld name="CUSTOM_3_3_1_1_1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68747b8211_0_216"/>
          <p:cNvSpPr txBox="1"/>
          <p:nvPr>
            <p:ph type="title"/>
          </p:nvPr>
        </p:nvSpPr>
        <p:spPr>
          <a:xfrm>
            <a:off x="705950" y="362125"/>
            <a:ext cx="7570800" cy="88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60" name="Google Shape;260;g368747b8211_0_2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9351" y="820713"/>
            <a:ext cx="6472105" cy="4700226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g368747b8211_0_216"/>
          <p:cNvSpPr/>
          <p:nvPr/>
        </p:nvSpPr>
        <p:spPr>
          <a:xfrm>
            <a:off x="3673825" y="1785375"/>
            <a:ext cx="2591700" cy="7662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2" name="Google Shape;262;g368747b8211_0_216"/>
          <p:cNvSpPr txBox="1"/>
          <p:nvPr>
            <p:ph idx="2" type="title"/>
          </p:nvPr>
        </p:nvSpPr>
        <p:spPr>
          <a:xfrm>
            <a:off x="3810875" y="1805925"/>
            <a:ext cx="2249400" cy="72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263" name="Google Shape;263;g368747b8211_0_216"/>
          <p:cNvSpPr/>
          <p:nvPr/>
        </p:nvSpPr>
        <p:spPr>
          <a:xfrm>
            <a:off x="1219175" y="3013400"/>
            <a:ext cx="2591700" cy="7662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4" name="Google Shape;264;g368747b8211_0_216"/>
          <p:cNvSpPr txBox="1"/>
          <p:nvPr>
            <p:ph idx="3" type="title"/>
          </p:nvPr>
        </p:nvSpPr>
        <p:spPr>
          <a:xfrm>
            <a:off x="1356225" y="3033950"/>
            <a:ext cx="2249400" cy="72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265" name="Google Shape;265;g368747b8211_0_216"/>
          <p:cNvSpPr/>
          <p:nvPr/>
        </p:nvSpPr>
        <p:spPr>
          <a:xfrm>
            <a:off x="4295300" y="3827500"/>
            <a:ext cx="2591700" cy="7662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6" name="Google Shape;266;g368747b8211_0_216"/>
          <p:cNvSpPr txBox="1"/>
          <p:nvPr>
            <p:ph idx="4" type="title"/>
          </p:nvPr>
        </p:nvSpPr>
        <p:spPr>
          <a:xfrm>
            <a:off x="4432350" y="3848050"/>
            <a:ext cx="2249400" cy="72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1">
  <p:cSld name="CUSTOM_3_2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68747b8211_0_225"/>
          <p:cNvSpPr txBox="1"/>
          <p:nvPr>
            <p:ph type="title"/>
          </p:nvPr>
        </p:nvSpPr>
        <p:spPr>
          <a:xfrm>
            <a:off x="312300" y="1678050"/>
            <a:ext cx="3907800" cy="178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9" name="Google Shape;269;g368747b8211_0_225"/>
          <p:cNvSpPr txBox="1"/>
          <p:nvPr>
            <p:ph idx="2" type="title"/>
          </p:nvPr>
        </p:nvSpPr>
        <p:spPr>
          <a:xfrm>
            <a:off x="5014425" y="448875"/>
            <a:ext cx="39951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None/>
              <a:defRPr b="0" sz="13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0" name="Google Shape;270;g368747b8211_0_225"/>
          <p:cNvSpPr txBox="1"/>
          <p:nvPr>
            <p:ph idx="3" type="title"/>
          </p:nvPr>
        </p:nvSpPr>
        <p:spPr>
          <a:xfrm>
            <a:off x="5014425" y="2071800"/>
            <a:ext cx="39951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None/>
              <a:defRPr b="0" sz="13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1" name="Google Shape;271;g368747b8211_0_225"/>
          <p:cNvSpPr txBox="1"/>
          <p:nvPr>
            <p:ph idx="4" type="title"/>
          </p:nvPr>
        </p:nvSpPr>
        <p:spPr>
          <a:xfrm>
            <a:off x="5014425" y="3583525"/>
            <a:ext cx="39951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0" sz="12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2" name="Google Shape;272;g368747b8211_0_225"/>
          <p:cNvSpPr txBox="1"/>
          <p:nvPr/>
        </p:nvSpPr>
        <p:spPr>
          <a:xfrm>
            <a:off x="4341150" y="498175"/>
            <a:ext cx="7527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1.</a:t>
            </a:r>
            <a:endParaRPr sz="1200"/>
          </a:p>
        </p:txBody>
      </p:sp>
      <p:sp>
        <p:nvSpPr>
          <p:cNvPr id="273" name="Google Shape;273;g368747b8211_0_225"/>
          <p:cNvSpPr txBox="1"/>
          <p:nvPr/>
        </p:nvSpPr>
        <p:spPr>
          <a:xfrm>
            <a:off x="4341150" y="2082125"/>
            <a:ext cx="7527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2.</a:t>
            </a:r>
            <a:endParaRPr sz="1200"/>
          </a:p>
        </p:txBody>
      </p:sp>
      <p:sp>
        <p:nvSpPr>
          <p:cNvPr id="274" name="Google Shape;274;g368747b8211_0_225"/>
          <p:cNvSpPr txBox="1"/>
          <p:nvPr/>
        </p:nvSpPr>
        <p:spPr>
          <a:xfrm>
            <a:off x="4341150" y="3540725"/>
            <a:ext cx="7527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3.</a:t>
            </a:r>
            <a:endParaRPr sz="1200"/>
          </a:p>
        </p:txBody>
      </p:sp>
    </p:spTree>
  </p:cSld>
  <p:clrMapOvr>
    <a:masterClrMapping/>
  </p:clrMapOvr>
  <p:extLst>
    <p:ext uri="{DCECCB84-F9BA-43D5-87BE-67443E8EF086}">
      <p15:sldGuideLst>
        <p15:guide id="1" pos="3159">
          <p15:clr>
            <a:srgbClr val="E46962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кст + место для иллюстрации">
  <p:cSld name="CUSTOM_3_1"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68747b8211_0_233"/>
          <p:cNvSpPr txBox="1"/>
          <p:nvPr>
            <p:ph type="title"/>
          </p:nvPr>
        </p:nvSpPr>
        <p:spPr>
          <a:xfrm>
            <a:off x="397825" y="1289250"/>
            <a:ext cx="45927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7" name="Google Shape;277;g368747b8211_0_233"/>
          <p:cNvSpPr/>
          <p:nvPr/>
        </p:nvSpPr>
        <p:spPr>
          <a:xfrm>
            <a:off x="6180050" y="1284150"/>
            <a:ext cx="2259300" cy="2575200"/>
          </a:xfrm>
          <a:prstGeom prst="roundRect">
            <a:avLst>
              <a:gd fmla="val 784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3572">
          <p15:clr>
            <a:srgbClr val="E46962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ма блока ">
  <p:cSld name="CUSTOM_17">
    <p:bg>
      <p:bgPr>
        <a:solidFill>
          <a:schemeClr val="dk1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68747b8211_0_236"/>
          <p:cNvSpPr txBox="1"/>
          <p:nvPr>
            <p:ph type="title"/>
          </p:nvPr>
        </p:nvSpPr>
        <p:spPr>
          <a:xfrm>
            <a:off x="262213" y="1682949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80" name="Google Shape;280;g368747b8211_0_236"/>
          <p:cNvPicPr preferRelativeResize="0"/>
          <p:nvPr/>
        </p:nvPicPr>
        <p:blipFill rotWithShape="1">
          <a:blip r:embed="rId2">
            <a:alphaModFix/>
          </a:blip>
          <a:srcRect b="61754" l="0" r="0" t="37151"/>
          <a:stretch/>
        </p:blipFill>
        <p:spPr>
          <a:xfrm>
            <a:off x="0" y="3600500"/>
            <a:ext cx="9181975" cy="5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18" Type="http://schemas.openxmlformats.org/officeDocument/2006/relationships/theme" Target="../theme/theme4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0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4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0.xml"/><Relationship Id="rId13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2.xml"/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32.xml"/><Relationship Id="rId3" Type="http://schemas.openxmlformats.org/officeDocument/2006/relationships/slideLayout" Target="../slideLayouts/slideLayout33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Relationship Id="rId15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44.xml"/><Relationship Id="rId17" Type="http://schemas.openxmlformats.org/officeDocument/2006/relationships/slideLayout" Target="../slideLayouts/slideLayout47.xml"/><Relationship Id="rId16" Type="http://schemas.openxmlformats.org/officeDocument/2006/relationships/slideLayout" Target="../slideLayouts/slideLayout46.xml"/><Relationship Id="rId5" Type="http://schemas.openxmlformats.org/officeDocument/2006/relationships/slideLayout" Target="../slideLayouts/slideLayout35.xml"/><Relationship Id="rId6" Type="http://schemas.openxmlformats.org/officeDocument/2006/relationships/slideLayout" Target="../slideLayouts/slideLayout36.xml"/><Relationship Id="rId18" Type="http://schemas.openxmlformats.org/officeDocument/2006/relationships/theme" Target="../theme/theme2.xml"/><Relationship Id="rId7" Type="http://schemas.openxmlformats.org/officeDocument/2006/relationships/slideLayout" Target="../slideLayouts/slideLayout37.xml"/><Relationship Id="rId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8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1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98"/>
          <p:cNvSpPr txBox="1"/>
          <p:nvPr>
            <p:ph idx="1" type="body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b="0" i="0" sz="1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23850" lvl="1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b="0" i="0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1150" lvl="2" marL="1371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b="0" i="0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1150" lvl="4" marL="22860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b="0" i="0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1150" lvl="5" marL="2743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b="0" i="0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1150" lvl="6" marL="3200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b="0" i="0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1150" lvl="7" marL="3657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b="0" i="0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1150" lvl="8" marL="4114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b="0" i="0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9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08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b="1" i="0" sz="3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6" name="Google Shape;116;p108"/>
          <p:cNvSpPr txBox="1"/>
          <p:nvPr>
            <p:ph idx="1" type="body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b="0" i="0" sz="1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23850" lvl="1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b="0" i="0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1150" lvl="2" marL="1371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1150" lvl="3" marL="1828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1150" lvl="4" marL="22860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1150" lvl="5" marL="2743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1150" lvl="6" marL="3200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1150" lvl="7" marL="3657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1150" lvl="8" marL="4114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7" name="Google Shape;117;p10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  <p:sldLayoutId id="2147483680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68747b8211_0_130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1"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74" name="Google Shape;174;g368747b8211_0_130"/>
          <p:cNvSpPr txBox="1"/>
          <p:nvPr>
            <p:ph idx="1" type="body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23850" lvl="1" marL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1150" lvl="2" marL="1371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1150" lvl="4" marL="2286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1150" lvl="5" marL="2743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1150" lvl="6" marL="3200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1150" lvl="7" marL="3657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1150" lvl="8" marL="41148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75" name="Google Shape;175;g368747b8211_0_1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  <p:sldLayoutId id="2147483695" r:id="rId15"/>
    <p:sldLayoutId id="2147483696" r:id="rId16"/>
    <p:sldLayoutId id="2147483697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1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2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3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8.xml"/><Relationship Id="rId3" Type="http://schemas.openxmlformats.org/officeDocument/2006/relationships/comments" Target="../comments/comment1.xml"/><Relationship Id="rId4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4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4.png"/><Relationship Id="rId4" Type="http://schemas.openxmlformats.org/officeDocument/2006/relationships/image" Target="../media/image30.png"/><Relationship Id="rId5" Type="http://schemas.openxmlformats.org/officeDocument/2006/relationships/image" Target="../media/image25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4.png"/><Relationship Id="rId4" Type="http://schemas.openxmlformats.org/officeDocument/2006/relationships/image" Target="../media/image24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3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"/>
          <p:cNvSpPr/>
          <p:nvPr/>
        </p:nvSpPr>
        <p:spPr>
          <a:xfrm>
            <a:off x="629700" y="4138025"/>
            <a:ext cx="2920500" cy="426600"/>
          </a:xfrm>
          <a:prstGeom prst="roundRect">
            <a:avLst>
              <a:gd fmla="val 16667" name="adj"/>
            </a:avLst>
          </a:prstGeom>
          <a:solidFill>
            <a:srgbClr val="3F29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6" name="Google Shape;286;p1"/>
          <p:cNvSpPr txBox="1"/>
          <p:nvPr>
            <p:ph type="title"/>
          </p:nvPr>
        </p:nvSpPr>
        <p:spPr>
          <a:xfrm>
            <a:off x="500550" y="654786"/>
            <a:ext cx="8520600" cy="24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000">
                <a:solidFill>
                  <a:schemeClr val="lt1"/>
                </a:solidFill>
              </a:rPr>
              <a:t>0xB </a:t>
            </a:r>
            <a:r>
              <a:rPr lang="ru" sz="4000">
                <a:solidFill>
                  <a:schemeClr val="lt1"/>
                </a:solidFill>
              </a:rPr>
              <a:t>Битовые карты в ядре Linux. Реальные примеры из кода ядра Linux</a:t>
            </a:r>
            <a:endParaRPr sz="4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2800">
              <a:solidFill>
                <a:srgbClr val="FBFBF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87" name="Google Shape;28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88500" y="273875"/>
            <a:ext cx="822175" cy="284625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1"/>
          <p:cNvSpPr txBox="1"/>
          <p:nvPr/>
        </p:nvSpPr>
        <p:spPr>
          <a:xfrm>
            <a:off x="886050" y="4127375"/>
            <a:ext cx="24078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ru" sz="16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Разработка ядра Linux</a:t>
            </a:r>
            <a:endParaRPr b="0" i="0" sz="100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289" name="Google Shape;289;p1"/>
          <p:cNvPicPr preferRelativeResize="0"/>
          <p:nvPr/>
        </p:nvPicPr>
        <p:blipFill rotWithShape="1">
          <a:blip r:embed="rId4">
            <a:alphaModFix/>
          </a:blip>
          <a:srcRect b="61754" l="0" r="0" t="37151"/>
          <a:stretch/>
        </p:blipFill>
        <p:spPr>
          <a:xfrm>
            <a:off x="0" y="3600500"/>
            <a:ext cx="9181975" cy="5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"/>
          <p:cNvSpPr txBox="1"/>
          <p:nvPr>
            <p:ph type="title"/>
          </p:nvPr>
        </p:nvSpPr>
        <p:spPr>
          <a:xfrm>
            <a:off x="1604550" y="953124"/>
            <a:ext cx="8520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ru" sz="2100"/>
              <a:t>И</a:t>
            </a:r>
            <a:r>
              <a:rPr lang="ru" sz="2100">
                <a:solidFill>
                  <a:schemeClr val="dk1"/>
                </a:solidFill>
              </a:rPr>
              <a:t>дет ли запись?</a:t>
            </a:r>
            <a:endParaRPr sz="2100"/>
          </a:p>
        </p:txBody>
      </p:sp>
      <p:sp>
        <p:nvSpPr>
          <p:cNvPr id="295" name="Google Shape;295;p2"/>
          <p:cNvSpPr txBox="1"/>
          <p:nvPr>
            <p:ph type="title"/>
          </p:nvPr>
        </p:nvSpPr>
        <p:spPr>
          <a:xfrm>
            <a:off x="716325" y="1805199"/>
            <a:ext cx="79353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000">
                <a:solidFill>
                  <a:schemeClr val="dk1"/>
                </a:solidFill>
              </a:rPr>
              <a:t>Меня хорошо </a:t>
            </a:r>
            <a:endParaRPr sz="4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000">
                <a:solidFill>
                  <a:schemeClr val="dk1"/>
                </a:solidFill>
              </a:rPr>
              <a:t>слышно?</a:t>
            </a:r>
            <a:endParaRPr sz="4000">
              <a:solidFill>
                <a:schemeClr val="dk1"/>
              </a:solidFill>
            </a:endParaRPr>
          </a:p>
        </p:txBody>
      </p:sp>
      <p:pic>
        <p:nvPicPr>
          <p:cNvPr id="296" name="Google Shape;296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0237" y="3885975"/>
            <a:ext cx="545712" cy="54571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7" name="Google Shape;297;p2"/>
          <p:cNvGrpSpPr/>
          <p:nvPr/>
        </p:nvGrpSpPr>
        <p:grpSpPr>
          <a:xfrm>
            <a:off x="825575" y="1022425"/>
            <a:ext cx="778985" cy="369300"/>
            <a:chOff x="825575" y="1022425"/>
            <a:chExt cx="778985" cy="369300"/>
          </a:xfrm>
        </p:grpSpPr>
        <p:sp>
          <p:nvSpPr>
            <p:cNvPr id="298" name="Google Shape;298;p2"/>
            <p:cNvSpPr/>
            <p:nvPr/>
          </p:nvSpPr>
          <p:spPr>
            <a:xfrm>
              <a:off x="825575" y="1037550"/>
              <a:ext cx="714900" cy="317700"/>
            </a:xfrm>
            <a:prstGeom prst="roundRect">
              <a:avLst>
                <a:gd fmla="val 16667" name="adj"/>
              </a:avLst>
            </a:prstGeom>
            <a:solidFill>
              <a:srgbClr val="3F299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99" name="Google Shape;299;p2"/>
            <p:cNvSpPr txBox="1"/>
            <p:nvPr/>
          </p:nvSpPr>
          <p:spPr>
            <a:xfrm>
              <a:off x="987760" y="1022425"/>
              <a:ext cx="616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ru" sz="1200" u="none" cap="none" strike="noStrike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REC</a:t>
              </a:r>
              <a:endParaRPr b="0" i="0" sz="12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300" name="Google Shape;300;p2"/>
            <p:cNvSpPr/>
            <p:nvPr/>
          </p:nvSpPr>
          <p:spPr>
            <a:xfrm>
              <a:off x="934700" y="1168375"/>
              <a:ext cx="85800" cy="774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"/>
          <p:cNvSpPr txBox="1"/>
          <p:nvPr>
            <p:ph type="title"/>
          </p:nvPr>
        </p:nvSpPr>
        <p:spPr>
          <a:xfrm>
            <a:off x="511400" y="429149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ru" sz="3200"/>
              <a:t>Правила вебинара</a:t>
            </a:r>
            <a:endParaRPr b="1" sz="3200"/>
          </a:p>
        </p:txBody>
      </p:sp>
      <p:sp>
        <p:nvSpPr>
          <p:cNvPr id="306" name="Google Shape;306;p4"/>
          <p:cNvSpPr txBox="1"/>
          <p:nvPr/>
        </p:nvSpPr>
        <p:spPr>
          <a:xfrm>
            <a:off x="1654525" y="1252250"/>
            <a:ext cx="24753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Активно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участвуем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7" name="Google Shape;307;p4"/>
          <p:cNvSpPr txBox="1"/>
          <p:nvPr/>
        </p:nvSpPr>
        <p:spPr>
          <a:xfrm>
            <a:off x="1654525" y="2926494"/>
            <a:ext cx="3231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Задаем вопрос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 чат или голосом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8" name="Google Shape;308;p4"/>
          <p:cNvSpPr txBox="1"/>
          <p:nvPr/>
        </p:nvSpPr>
        <p:spPr>
          <a:xfrm>
            <a:off x="1654525" y="3713359"/>
            <a:ext cx="3231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Вопросы вижу в чате,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могу ответить не сразу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9" name="Google Shape;309;p4"/>
          <p:cNvSpPr txBox="1"/>
          <p:nvPr/>
        </p:nvSpPr>
        <p:spPr>
          <a:xfrm>
            <a:off x="1654525" y="1991275"/>
            <a:ext cx="2475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Off-topic обсуждаем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 учебной группе #</a:t>
            </a:r>
            <a:r>
              <a:rPr b="1" i="0" lang="ru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канал группы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10" name="Google Shape;31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7645" y="2205277"/>
            <a:ext cx="394991" cy="394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6767" y="3077372"/>
            <a:ext cx="394992" cy="395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6767" y="1378750"/>
            <a:ext cx="394992" cy="39499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7650" y="3804540"/>
            <a:ext cx="433225" cy="4332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8" name="Google Shape;318;p10"/>
          <p:cNvGraphicFramePr/>
          <p:nvPr/>
        </p:nvGraphicFramePr>
        <p:xfrm>
          <a:off x="620463" y="420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{D3F2DE66-4531-49CD-8501-6ACFDE623A39}</a:tableStyleId>
              </a:tblPr>
              <a:tblGrid>
                <a:gridCol w="3828200"/>
                <a:gridCol w="4203125"/>
              </a:tblGrid>
              <a:tr h="1062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100"/>
                        <a:buFont typeface="Arial"/>
                        <a:buNone/>
                      </a:pPr>
                      <a:r>
                        <a:rPr b="1" lang="ru" sz="31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Цели вебинара</a:t>
                      </a:r>
                      <a:endParaRPr b="1" sz="3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b="1" sz="1600" u="none" cap="none" strike="noStrike">
                        <a:solidFill>
                          <a:srgbClr val="6402B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100"/>
                        <a:buFont typeface="Arial"/>
                        <a:buNone/>
                      </a:pPr>
                      <a:r>
                        <a:t/>
                      </a:r>
                      <a:endParaRPr b="1" sz="3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457200" marR="0" rtl="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b="1" sz="1600" u="none" cap="none" strike="noStrike">
                        <a:solidFill>
                          <a:srgbClr val="6402B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19" name="Google Shape;319;p10"/>
          <p:cNvSpPr/>
          <p:nvPr/>
        </p:nvSpPr>
        <p:spPr>
          <a:xfrm>
            <a:off x="553325" y="2082575"/>
            <a:ext cx="3384900" cy="530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47843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ru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Изучить что такое </a:t>
            </a: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битовые карты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0" name="Google Shape;320;p10"/>
          <p:cNvSpPr/>
          <p:nvPr/>
        </p:nvSpPr>
        <p:spPr>
          <a:xfrm>
            <a:off x="553300" y="2825888"/>
            <a:ext cx="3384900" cy="530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47843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Узнать API для </a:t>
            </a: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битовых операций/битовых карт в ядре Linux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1" name="Google Shape;321;p10"/>
          <p:cNvSpPr/>
          <p:nvPr/>
        </p:nvSpPr>
        <p:spPr>
          <a:xfrm>
            <a:off x="553300" y="3569225"/>
            <a:ext cx="3384900" cy="530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47843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Посмотреть примеры использования </a:t>
            </a: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битовых карт</a:t>
            </a:r>
            <a:r>
              <a:rPr b="0" i="0" lang="ru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в ядре Linux.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2" name="Google Shape;322;p10"/>
          <p:cNvSpPr txBox="1"/>
          <p:nvPr/>
        </p:nvSpPr>
        <p:spPr>
          <a:xfrm>
            <a:off x="620475" y="912475"/>
            <a:ext cx="378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3" name="Google Shape;323;p10"/>
          <p:cNvSpPr txBox="1"/>
          <p:nvPr/>
        </p:nvSpPr>
        <p:spPr>
          <a:xfrm>
            <a:off x="4448675" y="9124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3"/>
          <p:cNvSpPr txBox="1"/>
          <p:nvPr/>
        </p:nvSpPr>
        <p:spPr>
          <a:xfrm>
            <a:off x="823806" y="1676800"/>
            <a:ext cx="61647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ru" sz="3500" u="none" cap="none" strike="noStrike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Кто знает что такое </a:t>
            </a:r>
            <a:r>
              <a:rPr b="1" lang="ru" sz="35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битовые карты</a:t>
            </a:r>
            <a:r>
              <a:rPr b="1" i="0" lang="ru" sz="3500" u="none" cap="none" strike="noStrike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?</a:t>
            </a:r>
            <a:endParaRPr b="1" i="0" sz="3500" u="none" cap="none" strike="noStrike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9" name="Google Shape;32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9225" y="2980325"/>
            <a:ext cx="1226876" cy="187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4"/>
          <p:cNvSpPr txBox="1"/>
          <p:nvPr>
            <p:ph type="title"/>
          </p:nvPr>
        </p:nvSpPr>
        <p:spPr>
          <a:xfrm>
            <a:off x="521925" y="1710174"/>
            <a:ext cx="85206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500">
                <a:solidFill>
                  <a:schemeClr val="lt1"/>
                </a:solidFill>
              </a:rPr>
              <a:t>Что такое битовые карты?</a:t>
            </a:r>
            <a:endParaRPr sz="4000">
              <a:solidFill>
                <a:srgbClr val="FBFBFE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2800">
              <a:solidFill>
                <a:srgbClr val="FBFBF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35" name="Google Shape;335;p14"/>
          <p:cNvPicPr preferRelativeResize="0"/>
          <p:nvPr/>
        </p:nvPicPr>
        <p:blipFill rotWithShape="1">
          <a:blip r:embed="rId3">
            <a:alphaModFix/>
          </a:blip>
          <a:srcRect b="61754" l="0" r="0" t="37151"/>
          <a:stretch/>
        </p:blipFill>
        <p:spPr>
          <a:xfrm>
            <a:off x="0" y="3600500"/>
            <a:ext cx="9181975" cy="5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52d929fe7e_0_9"/>
          <p:cNvSpPr txBox="1"/>
          <p:nvPr/>
        </p:nvSpPr>
        <p:spPr>
          <a:xfrm>
            <a:off x="721493" y="595946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i="0" lang="ru" sz="4100" u="none" cap="none" strike="noStrike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Что такое </a:t>
            </a: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битовые карты</a:t>
            </a:r>
            <a:r>
              <a:rPr b="1" i="0" lang="ru" sz="4100" u="none" cap="none" strike="noStrike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?</a:t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41" name="Google Shape;341;g352d929fe7e_0_9"/>
          <p:cNvSpPr txBox="1"/>
          <p:nvPr/>
        </p:nvSpPr>
        <p:spPr>
          <a:xfrm>
            <a:off x="721500" y="1405775"/>
            <a:ext cx="74034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Би́товая ка́рта (англ. bitmap, bitset, bit array)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— набор последовательно записанных двоичных разрядов, то есть последовательность (массив) битов.</a:t>
            </a:r>
            <a:endParaRPr b="0" i="0" sz="1200" u="none" cap="none" strike="noStrike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42" name="Google Shape;342;g352d929fe7e_0_9" title="imag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2238" y="2124175"/>
            <a:ext cx="4261925" cy="271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68747b8211_0_122"/>
          <p:cNvSpPr txBox="1"/>
          <p:nvPr/>
        </p:nvSpPr>
        <p:spPr>
          <a:xfrm>
            <a:off x="800575" y="1578125"/>
            <a:ext cx="7224600" cy="25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36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Управление ресурсами в операционных системах</a:t>
            </a: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36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36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Индексация и быстрый поиск в базах данных</a:t>
            </a: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36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36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Оптимизация использования памяти и скорости в программировании</a:t>
            </a: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36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36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Применение в криптографии и обработке данных</a:t>
            </a:r>
            <a:endParaRPr sz="15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36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36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Работа с сетевыми протоколами и пакетами</a:t>
            </a:r>
            <a:endParaRPr sz="15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48" name="Google Shape;348;g368747b8211_0_1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8200" y="1629175"/>
            <a:ext cx="315075" cy="32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g368747b8211_0_1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8200" y="2687025"/>
            <a:ext cx="315075" cy="32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g368747b8211_0_1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8200" y="3744875"/>
            <a:ext cx="315075" cy="321999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g368747b8211_0_122"/>
          <p:cNvSpPr txBox="1"/>
          <p:nvPr/>
        </p:nvSpPr>
        <p:spPr>
          <a:xfrm>
            <a:off x="721493" y="595946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Применение битовых карт</a:t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352" name="Google Shape;352;g368747b8211_0_1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8200" y="2158100"/>
            <a:ext cx="315075" cy="32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g368747b8211_0_1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8200" y="3215950"/>
            <a:ext cx="315075" cy="321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68747b8211_0_0"/>
          <p:cNvSpPr txBox="1"/>
          <p:nvPr/>
        </p:nvSpPr>
        <p:spPr>
          <a:xfrm>
            <a:off x="721493" y="595946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Применение битовых карт</a:t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59" name="Google Shape;359;g368747b8211_0_0"/>
          <p:cNvSpPr txBox="1"/>
          <p:nvPr/>
        </p:nvSpPr>
        <p:spPr>
          <a:xfrm>
            <a:off x="681050" y="1469600"/>
            <a:ext cx="7443900" cy="30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89999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Управление ресурсами в операционных системах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 ядре Linux и других ОС битовые карты широко используются для отслеживания состояния различных ресурсов: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1"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Память:</a:t>
            </a: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битовая карта показывает, какие блоки памяти заняты, а какие свободны. Это позволяет быстро находить свободные участки без обхода сложных структур.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1"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Диски и файловые системы: </a:t>
            </a: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битовые карты управляют занятостью блоков или кластеров, что ускоряет операции чтения и записи.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1"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Дескрипторы и IRQ-линии:</a:t>
            </a: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ядро использует битовые карты для контроля занятости дескрипторов устройств и линий прерываний, что помогает эффективно распределять ресурсы. Такое применение позволяет минимизировать накладные расходы и ускорить операции управления ресурсами благодаря компактному и быстрому доступу к состоянию через биты.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52d929fe7e_0_15"/>
          <p:cNvSpPr txBox="1"/>
          <p:nvPr/>
        </p:nvSpPr>
        <p:spPr>
          <a:xfrm>
            <a:off x="721493" y="571246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Пример из ядра Linux:</a:t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65" name="Google Shape;365;g352d929fe7e_0_15"/>
          <p:cNvSpPr txBox="1"/>
          <p:nvPr/>
        </p:nvSpPr>
        <p:spPr>
          <a:xfrm>
            <a:off x="721500" y="1426200"/>
            <a:ext cx="7660500" cy="31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В файловой системе ext4 битовая карта блоков (block bitmap) хранится в каждой блок-группе и отвечает за отслеживание занятости блоков в этой группе. Каждый бит в этой карте соответствует одному блоку: если бит установлен (1), блок занят, если сброшен (0) — свободен.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Структура, описывающая блок-группу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, называется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struct ext4_group_desc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. В ней есть поле, указывающее на расположение битовой карты блоков в данной группе: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6F42C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ext4_group_desc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__le32 bg_block_bitmap_lo;  </a:t>
            </a:r>
            <a:r>
              <a:rPr lang="ru" sz="900">
                <a:solidFill>
                  <a:srgbClr val="6A737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/* блок битовой карты блоков (младшие 32 бита) */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__le32 bg_inode_bitmap_lo;  </a:t>
            </a:r>
            <a:r>
              <a:rPr lang="ru" sz="900">
                <a:solidFill>
                  <a:srgbClr val="6A737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/* блок битовой карты индексов */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__le32 bg_inode_table_lo;   </a:t>
            </a:r>
            <a:r>
              <a:rPr lang="ru" sz="900">
                <a:solidFill>
                  <a:srgbClr val="6A737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/* блок таблицы индексов */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...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67b6d42f28_0_6"/>
          <p:cNvSpPr txBox="1"/>
          <p:nvPr/>
        </p:nvSpPr>
        <p:spPr>
          <a:xfrm>
            <a:off x="721493" y="571246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Пример из ядра Linux:</a:t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71" name="Google Shape;371;g367b6d42f28_0_6"/>
          <p:cNvSpPr txBox="1"/>
          <p:nvPr/>
        </p:nvSpPr>
        <p:spPr>
          <a:xfrm>
            <a:off x="721500" y="1422000"/>
            <a:ext cx="7660500" cy="23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Поле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bg_block_bitmap_lo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содержит номер блока на диске, где расположена битовая карта блоков этой группы.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Основной код работы с битовой картой блоков находится в подсистеме ext4 в ядре Linux, например, в файлах: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6858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404040"/>
              </a:buClr>
              <a:buSzPts val="1200"/>
              <a:buChar char="●"/>
            </a:pP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fs/ext4/balloc.c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— реализация аллокатора блоков, где происходит чтение, установка и очистка битов в битовой карте.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Char char="●"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Функции, работающие с битовой картой, включают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ext4_set_bit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,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ext4_clear_bit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,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ext4_test_bit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и другие, которые используют низкоуровневые битовые операции.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67b6d42f28_0_12"/>
          <p:cNvSpPr txBox="1"/>
          <p:nvPr/>
        </p:nvSpPr>
        <p:spPr>
          <a:xfrm>
            <a:off x="721493" y="571246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Пример из ядра Linux:</a:t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77" name="Google Shape;377;g367b6d42f28_0_12"/>
          <p:cNvSpPr txBox="1"/>
          <p:nvPr/>
        </p:nvSpPr>
        <p:spPr>
          <a:xfrm>
            <a:off x="681050" y="1422000"/>
            <a:ext cx="7701000" cy="25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Кратко о работе с битовой картой блоков в ext4: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6858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404040"/>
              </a:buClr>
              <a:buSzPts val="1200"/>
              <a:buChar char="●"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При монтировании файловой системы ядро читает суперблок и дескрипторы групп (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struct ext4_group_desc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), чтобы узнать, где находятся битовые карты блоков.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При выделении или освобождении блока в группе ядро обращается к битовой карте этой группы, устанавливая или сбрасывая соответствующий бит.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Это позволяет быстро определить, какие блоки свободны, без обхода всей файловой системы.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Таким образом, поле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bg_block_bitmap_lo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в структуре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ext4_group_desc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— это ключ к битовой карте блоков в ext4, а код работы с ней реализован в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fs/ext4/balloc.c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и связанных файлах ядра Linux.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67b6d42f28_0_18"/>
          <p:cNvSpPr txBox="1"/>
          <p:nvPr/>
        </p:nvSpPr>
        <p:spPr>
          <a:xfrm>
            <a:off x="721493" y="571246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Для тех кому интересно</a:t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83" name="Google Shape;383;g367b6d42f28_0_18"/>
          <p:cNvSpPr txBox="1"/>
          <p:nvPr/>
        </p:nvSpPr>
        <p:spPr>
          <a:xfrm>
            <a:off x="681050" y="1422000"/>
            <a:ext cx="7701000" cy="12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Документация и описание структуры ext4, включая расположение битовой карты блоков, есть в официальной документации ядра Linux: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63636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https://docs.kernel.org/filesystems/ext4/overview.html#block-groups-and-bitmaps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67b6d42f28_0_24"/>
          <p:cNvSpPr txBox="1"/>
          <p:nvPr/>
        </p:nvSpPr>
        <p:spPr>
          <a:xfrm>
            <a:off x="721493" y="595946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Применение битовых карт</a:t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89" name="Google Shape;389;g367b6d42f28_0_24"/>
          <p:cNvSpPr txBox="1"/>
          <p:nvPr/>
        </p:nvSpPr>
        <p:spPr>
          <a:xfrm>
            <a:off x="721500" y="1317200"/>
            <a:ext cx="7403400" cy="8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Индексация и быстрый поиск в базах данных</a:t>
            </a:r>
            <a:endParaRPr b="1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Индексы на основе битовых карт (bitmap indexes) применяются в СУБД для ускорения запросов.</a:t>
            </a:r>
            <a:endParaRPr b="1"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90" name="Google Shape;390;g367b6d42f28_0_24" title="bitma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8050" y="2255350"/>
            <a:ext cx="5030298" cy="275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67b6d42f28_0_100"/>
          <p:cNvSpPr txBox="1"/>
          <p:nvPr/>
        </p:nvSpPr>
        <p:spPr>
          <a:xfrm>
            <a:off x="681043" y="600571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Пример</a:t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96" name="Google Shape;396;g367b6d42f28_0_100"/>
          <p:cNvSpPr txBox="1"/>
          <p:nvPr/>
        </p:nvSpPr>
        <p:spPr>
          <a:xfrm>
            <a:off x="681050" y="1430125"/>
            <a:ext cx="7403400" cy="3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Таблица "Пользователи":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ID | Пол    | Возраст</a:t>
            </a:r>
            <a:endParaRPr b="1" sz="900">
              <a:solidFill>
                <a:srgbClr val="005CC5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---------------------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1  | Male   | 25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2  | Female | 30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3  | Male   | 35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4  | Female | 40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5  | Male   | 28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Создаём bitmap-индексы для столбца "Пол":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1143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Male:   1 0 1 0 1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Female: 0 1 0 1 0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Каждый бит соответствует одной строке таблицы. Если бит = 1, значит значение в строке равно соответствующему полу.</a:t>
            </a:r>
            <a:endParaRPr b="1">
              <a:solidFill>
                <a:srgbClr val="404040"/>
              </a:solidFill>
              <a:highlight>
                <a:srgbClr val="FCFCFC"/>
              </a:highlight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67b6d42f28_0_37"/>
          <p:cNvSpPr txBox="1"/>
          <p:nvPr/>
        </p:nvSpPr>
        <p:spPr>
          <a:xfrm>
            <a:off x="681043" y="249121"/>
            <a:ext cx="7701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t/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402" name="Google Shape;402;g367b6d42f28_0_37"/>
          <p:cNvSpPr txBox="1"/>
          <p:nvPr/>
        </p:nvSpPr>
        <p:spPr>
          <a:xfrm>
            <a:off x="681050" y="615600"/>
            <a:ext cx="7403400" cy="39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Запрос: Найти всех пользователей мужского пола старше 30 лет.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63636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Создаём bitmap для условия "Возраст &gt; 30":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63636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32F62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Возраст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032F62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30: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Теперь выполняем побитовое И (AND) между Male и Возраст &gt; 30: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63636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Male:        1 0 1 0 1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63636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Возраст &gt;30: 0 0 1 1 0</a:t>
            </a:r>
            <a:endParaRPr b="1" sz="900">
              <a:solidFill>
                <a:srgbClr val="005CC5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63636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-------------------------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63636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Результат:   0 0 1 0 0</a:t>
            </a:r>
            <a:endParaRPr sz="1200">
              <a:solidFill>
                <a:srgbClr val="404040"/>
              </a:solidFill>
              <a:highlight>
                <a:srgbClr val="FCFCFC"/>
              </a:highlight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67b6d42f28_0_43"/>
          <p:cNvSpPr txBox="1"/>
          <p:nvPr/>
        </p:nvSpPr>
        <p:spPr>
          <a:xfrm>
            <a:off x="681043" y="553921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Итог</a:t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408" name="Google Shape;408;g367b6d42f28_0_43"/>
          <p:cNvSpPr txBox="1"/>
          <p:nvPr/>
        </p:nvSpPr>
        <p:spPr>
          <a:xfrm>
            <a:off x="681050" y="1356325"/>
            <a:ext cx="37098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Результат показывает, что только пользователь с ID=3 удовлетворяет обоим условиям.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Таким образом, bitmap-индексы позволяют быстро комбинировать условия с помощью битовых операций и эффективно находить нужные записи.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09" name="Google Shape;409;g367b6d42f28_0_43" title="Simple-bitmap-index-with-6-bitmaps-t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9338" y="1368313"/>
            <a:ext cx="3743075" cy="301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67b6d42f28_0_48"/>
          <p:cNvSpPr txBox="1"/>
          <p:nvPr/>
        </p:nvSpPr>
        <p:spPr>
          <a:xfrm>
            <a:off x="681043" y="553921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Применение битовых карт</a:t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415" name="Google Shape;415;g367b6d42f28_0_48"/>
          <p:cNvSpPr txBox="1"/>
          <p:nvPr/>
        </p:nvSpPr>
        <p:spPr>
          <a:xfrm>
            <a:off x="681050" y="1356325"/>
            <a:ext cx="7403400" cy="30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Оптимизация использования памяти и скорости в программировании</a:t>
            </a:r>
            <a:endParaRPr b="1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Экономия памяти: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битовые карты позволяют упаковывать множество логических значений в один байт или слово, в отличие от хранения каждого значения в отдельной переменной, что экономит память, особенно в системах с ограниченными ресурсами.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Быстрые битовые операции: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операции установки, сброса и проверки битов выполняются на уровне процессора за минимальное число тактов, что ускоряет выполнение кода.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Управление флагами и состояниями: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в программировании часто требуется хранить множество булевых флагов (например, права доступа, состояния объектов). Битовые карты позволяют компактно и эффективно управлять такими флагами, используя битовые маски и операции AND, OR, XOR.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67b6d42f28_0_54"/>
          <p:cNvSpPr txBox="1"/>
          <p:nvPr/>
        </p:nvSpPr>
        <p:spPr>
          <a:xfrm>
            <a:off x="681043" y="566096"/>
            <a:ext cx="7701000" cy="18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Пример</a:t>
            </a:r>
            <a:endParaRPr b="1" sz="41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41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t/>
            </a:r>
            <a:endParaRPr b="1" sz="41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1" name="Google Shape;421;g367b6d42f28_0_54"/>
          <p:cNvSpPr txBox="1"/>
          <p:nvPr/>
        </p:nvSpPr>
        <p:spPr>
          <a:xfrm>
            <a:off x="681050" y="1197300"/>
            <a:ext cx="7403400" cy="32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Флаги: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Bit 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7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Bit 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Bit 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Bit 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Bit 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Bit 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Bit 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Bit 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ERR    RDY    BUSY  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ON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OFF    LOCK  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OPEN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CLOSE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Значения флагов (1 — установлен, 0 — сброшен):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Пример состояния: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1      0      1      0      0      1      1      0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В двоичном виде: 10100110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В шестнадцатеричном виде: 0xA6</a:t>
            </a:r>
            <a:endParaRPr b="1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67b6d42f28_0_60"/>
          <p:cNvSpPr txBox="1"/>
          <p:nvPr/>
        </p:nvSpPr>
        <p:spPr>
          <a:xfrm>
            <a:off x="681043" y="108896"/>
            <a:ext cx="7701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t/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427" name="Google Shape;427;g367b6d42f28_0_60"/>
          <p:cNvSpPr txBox="1"/>
          <p:nvPr/>
        </p:nvSpPr>
        <p:spPr>
          <a:xfrm>
            <a:off x="681050" y="827575"/>
            <a:ext cx="3453900" cy="30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Проверка флага ERR (бит 7):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63636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Маска: 0x80 = 1000 0000 (бит 7)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63636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if (flags &amp; 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x80) { </a:t>
            </a:r>
            <a:r>
              <a:rPr lang="ru" sz="900">
                <a:solidFill>
                  <a:srgbClr val="6A737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/* ERR установлен */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Установка флага BUSY (бит 5):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63636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Маска: 0x20 = 0010 0000 (бит 5)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63636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flags |= 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0x20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;  </a:t>
            </a:r>
            <a:r>
              <a:rPr lang="ru" sz="900">
                <a:solidFill>
                  <a:srgbClr val="6A737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// Устанавливаем бит 5 (BUSY)</a:t>
            </a:r>
            <a:endParaRPr b="1" sz="1200">
              <a:solidFill>
                <a:srgbClr val="404040"/>
              </a:solidFill>
              <a:highlight>
                <a:srgbClr val="FCFCFC"/>
              </a:highlight>
            </a:endParaRPr>
          </a:p>
        </p:txBody>
      </p:sp>
      <p:sp>
        <p:nvSpPr>
          <p:cNvPr id="428" name="Google Shape;428;g367b6d42f28_0_60"/>
          <p:cNvSpPr txBox="1"/>
          <p:nvPr/>
        </p:nvSpPr>
        <p:spPr>
          <a:xfrm>
            <a:off x="4496150" y="827575"/>
            <a:ext cx="3547200" cy="23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Сброс флага ON (бит 4):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63636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Маска: 0x10 = 0001 0000 (бит 4)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63636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Инверсия маски: ~0x10 = 1110 1111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63636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flags &amp;= ~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0x10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lang="ru" sz="900">
                <a:solidFill>
                  <a:srgbClr val="6A737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// Сбрасываем бит 4 (ON)</a:t>
            </a:r>
            <a:endParaRPr sz="900">
              <a:solidFill>
                <a:srgbClr val="6A737D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63636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t/>
            </a:r>
            <a:endParaRPr sz="900">
              <a:solidFill>
                <a:srgbClr val="6A737D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67b6d42f28_0_111"/>
          <p:cNvSpPr txBox="1"/>
          <p:nvPr/>
        </p:nvSpPr>
        <p:spPr>
          <a:xfrm>
            <a:off x="681043" y="261296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Итог</a:t>
            </a:r>
            <a:endParaRPr b="1" sz="41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4" name="Google Shape;434;g367b6d42f28_0_111"/>
          <p:cNvSpPr txBox="1"/>
          <p:nvPr/>
        </p:nvSpPr>
        <p:spPr>
          <a:xfrm>
            <a:off x="681050" y="892500"/>
            <a:ext cx="74034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Таким образом, используя маски и побитовые операции, можно эффективно управлять отдельными флагами, экономя память и ускоряя доступ к состояниям.</a:t>
            </a:r>
            <a:endParaRPr b="1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35" name="Google Shape;435;g367b6d42f28_0_111" title="bitmaps_fla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579" y="1564188"/>
            <a:ext cx="7998845" cy="310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67b6d42f28_0_72"/>
          <p:cNvSpPr txBox="1"/>
          <p:nvPr/>
        </p:nvSpPr>
        <p:spPr>
          <a:xfrm>
            <a:off x="681043" y="566096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Применение битовых карт</a:t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441" name="Google Shape;441;g367b6d42f28_0_72"/>
          <p:cNvSpPr txBox="1"/>
          <p:nvPr/>
        </p:nvSpPr>
        <p:spPr>
          <a:xfrm>
            <a:off x="681050" y="1496375"/>
            <a:ext cx="7403400" cy="22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Применение в криптографии и обработке данных</a:t>
            </a:r>
            <a:endParaRPr b="1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63636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В криптографии битовые операции используются для реализации шифров и хеш-функций, где манипуляции отдельными битами критичны для безопасности и производительности.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63636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В обработке изображений и сигналов битовые операции помогают быстро выполнять арифметические и логические преобразования, что важно для игр, мультимедиа и систем реального времени.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67b6d42f28_0_78"/>
          <p:cNvSpPr txBox="1"/>
          <p:nvPr/>
        </p:nvSpPr>
        <p:spPr>
          <a:xfrm>
            <a:off x="681043" y="566096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Пример:</a:t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447" name="Google Shape;447;g367b6d42f28_0_78"/>
          <p:cNvSpPr txBox="1"/>
          <p:nvPr/>
        </p:nvSpPr>
        <p:spPr>
          <a:xfrm>
            <a:off x="681050" y="1402850"/>
            <a:ext cx="7403400" cy="25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Простое шифрование с помощью побитового XOR</a:t>
            </a:r>
            <a:endParaRPr sz="15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63636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Исходные данные (8 бит):                        </a:t>
            </a:r>
            <a:r>
              <a:rPr lang="ru" sz="12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Ключ шифрования (8 бит):</a:t>
            </a:r>
            <a:endParaRPr sz="12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63636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Данные:    10110010  (0xB2)                     </a:t>
            </a:r>
            <a:r>
              <a:rPr b="1" lang="ru" sz="12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Ключ:      11001100  (0xCC)</a:t>
            </a:r>
            <a:endParaRPr sz="12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63636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63636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t/>
            </a:r>
            <a:endParaRPr b="1">
              <a:solidFill>
                <a:srgbClr val="404040"/>
              </a:solidFill>
              <a:highlight>
                <a:srgbClr val="FCFCFC"/>
              </a:highlight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67b6d42f28_0_85"/>
          <p:cNvSpPr txBox="1"/>
          <p:nvPr/>
        </p:nvSpPr>
        <p:spPr>
          <a:xfrm>
            <a:off x="681043" y="489896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Вспомним таблицу XOR</a:t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453" name="Google Shape;453;g367b6d42f28_0_85"/>
          <p:cNvSpPr txBox="1"/>
          <p:nvPr/>
        </p:nvSpPr>
        <p:spPr>
          <a:xfrm>
            <a:off x="829850" y="1488325"/>
            <a:ext cx="7403400" cy="13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182880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6A737D"/>
                </a:solidFill>
                <a:latin typeface="Courier New"/>
                <a:ea typeface="Courier New"/>
                <a:cs typeface="Courier New"/>
                <a:sym typeface="Courier New"/>
              </a:rPr>
              <a:t>### Таблица истинности операции XOR ###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63636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63636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t/>
            </a:r>
            <a:endParaRPr b="1">
              <a:solidFill>
                <a:srgbClr val="404040"/>
              </a:solidFill>
              <a:highlight>
                <a:srgbClr val="FCFCFC"/>
              </a:highlight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454" name="Google Shape;454;g367b6d42f28_0_85" title="xo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5425" y="1943300"/>
            <a:ext cx="5613150" cy="214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67b6d42f28_0_91"/>
          <p:cNvSpPr txBox="1"/>
          <p:nvPr/>
        </p:nvSpPr>
        <p:spPr>
          <a:xfrm>
            <a:off x="681043" y="108896"/>
            <a:ext cx="7701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t/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460" name="Google Shape;460;g367b6d42f28_0_91"/>
          <p:cNvSpPr txBox="1"/>
          <p:nvPr/>
        </p:nvSpPr>
        <p:spPr>
          <a:xfrm>
            <a:off x="681050" y="600900"/>
            <a:ext cx="7403400" cy="3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Шифрование (XOR по битам):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63636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Результат: 01111110  (0x7E)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63636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Дешифрование (XOR с тем же ключом):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63636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01111110 XOR 11001100 = 10110010 (исходные данные)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Объяснение: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6858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404040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Операция XOR (исключающее ИЛИ) применяется побитово.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При шифровании данные комбинируются с ключом, изменяя биты.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При повторном применении XOR с тем же ключом восстанавливаются исходные данные.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Такой метод используется в потоковых шифрах и как базовый элемент более сложных алгоритмов.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67b6d42f28_0_118"/>
          <p:cNvSpPr txBox="1"/>
          <p:nvPr/>
        </p:nvSpPr>
        <p:spPr>
          <a:xfrm>
            <a:off x="681043" y="566096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Применение битовых карт</a:t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466" name="Google Shape;466;g367b6d42f28_0_118"/>
          <p:cNvSpPr txBox="1"/>
          <p:nvPr/>
        </p:nvSpPr>
        <p:spPr>
          <a:xfrm>
            <a:off x="681050" y="1572575"/>
            <a:ext cx="7403400" cy="19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Работа с сетевыми протоколами и пакетами</a:t>
            </a:r>
            <a:endParaRPr b="1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Битовые карты и маски применяются для разбора и формирования заголовков сетевых пакетов, где каждый бит или группа битов несут определённую информацию о протоколе или состоянии соединения.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Это позволяет эффективно анализировать и модифицировать пакеты, что важно для сетевых драйверов и протокольных стеков.</a:t>
            </a:r>
            <a:endParaRPr b="1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67b6d42f28_0_124"/>
          <p:cNvSpPr txBox="1"/>
          <p:nvPr/>
        </p:nvSpPr>
        <p:spPr>
          <a:xfrm>
            <a:off x="681043" y="566096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Пример:</a:t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472" name="Google Shape;472;g367b6d42f28_0_124"/>
          <p:cNvSpPr txBox="1"/>
          <p:nvPr/>
        </p:nvSpPr>
        <p:spPr>
          <a:xfrm>
            <a:off x="681050" y="1402850"/>
            <a:ext cx="7403400" cy="27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Пример применения битовых операций в работе с сетевыми протоколами и пакетами.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В сетевых протоколах отдельные биты в заголовках пакетов несут важную информацию — флаги, типы, состояния. Для их обработки используются битовые операции.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Фрагментация нужна для того, чтобы разбить слишком большой IP-пакет на более мелкие части (фрагменты), которые могут пройти через сети с ограничением на максимальный размер передачи (MTU). Это обеспечивает доставку данных даже в сетях с разными ограничениями по размеру пакетов. Без фрагментации большие пакеты просто не смогли бы пройти через сегменты с меньшим MTU, что могло бы привести к потере данных или необходимости их отброса.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t/>
            </a:r>
            <a:endParaRPr b="1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67b6d42f28_0_130"/>
          <p:cNvSpPr txBox="1"/>
          <p:nvPr/>
        </p:nvSpPr>
        <p:spPr>
          <a:xfrm>
            <a:off x="681043" y="108896"/>
            <a:ext cx="7701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t/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478" name="Google Shape;478;g367b6d42f28_0_130"/>
          <p:cNvSpPr txBox="1"/>
          <p:nvPr/>
        </p:nvSpPr>
        <p:spPr>
          <a:xfrm>
            <a:off x="681050" y="1070775"/>
            <a:ext cx="7403400" cy="27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В IPv4 заголовке есть поле "Flags" — 3 бита, отвечающие за управление фрагментацией:</a:t>
            </a:r>
            <a:endParaRPr sz="1200">
              <a:solidFill>
                <a:srgbClr val="404040"/>
              </a:solidFill>
              <a:highlight>
                <a:srgbClr val="FCFCFC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</a:rPr>
              <a:t>DF (Don't Fragment)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— запрещает фрагментацию пакета. Если этот флаг установлен, пакет не будет разбиваться на части, даже если его размер превышает MTU следующего сетевого сегмента. В таком случае пакет будет отброшен, а отправителю придёт ICMP-сообщение с ошибкой о необходимости фрагментации.</a:t>
            </a:r>
            <a:endParaRPr sz="1200">
              <a:solidFill>
                <a:srgbClr val="404040"/>
              </a:solidFill>
              <a:highlight>
                <a:srgbClr val="FCFCFC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</a:rPr>
              <a:t>MF (More Fragments)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— указывает, что после текущего фрагмента идут ещё фрагменты. Если этот флаг установлен, значит пакет является не последним фрагментом исходного большого пакета. Если сброшен — это последний (или единственный) фрагмент</a:t>
            </a:r>
            <a:endParaRPr sz="1200">
              <a:solidFill>
                <a:srgbClr val="404040"/>
              </a:solidFill>
              <a:highlight>
                <a:srgbClr val="FCFCFC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t/>
            </a:r>
            <a:endParaRPr b="1">
              <a:solidFill>
                <a:srgbClr val="404040"/>
              </a:solidFill>
              <a:highlight>
                <a:srgbClr val="FCFCFC"/>
              </a:highlight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67b6d42f28_0_136"/>
          <p:cNvSpPr txBox="1"/>
          <p:nvPr/>
        </p:nvSpPr>
        <p:spPr>
          <a:xfrm>
            <a:off x="681043" y="108896"/>
            <a:ext cx="7701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t/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484" name="Google Shape;484;g367b6d42f28_0_136"/>
          <p:cNvSpPr txBox="1"/>
          <p:nvPr/>
        </p:nvSpPr>
        <p:spPr>
          <a:xfrm>
            <a:off x="681050" y="660600"/>
            <a:ext cx="7403400" cy="38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| Бит | Назначение           |</a:t>
            </a:r>
            <a:b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|------|---------------------|</a:t>
            </a:r>
            <a:b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| </a:t>
            </a: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| Зарезервирован (</a:t>
            </a: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)  |</a:t>
            </a:r>
            <a:b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| </a:t>
            </a: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| </a:t>
            </a:r>
            <a:r>
              <a:rPr lang="ru" sz="900">
                <a:solidFill>
                  <a:srgbClr val="6F42C1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(Don</a:t>
            </a:r>
            <a:r>
              <a:rPr lang="ru" sz="900">
                <a:solidFill>
                  <a:srgbClr val="E36209"/>
                </a:solidFill>
                <a:latin typeface="Courier New"/>
                <a:ea typeface="Courier New"/>
                <a:cs typeface="Courier New"/>
                <a:sym typeface="Courier New"/>
              </a:rPr>
              <a:t>'t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Fragment) |</a:t>
            </a:r>
            <a:b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| </a:t>
            </a: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| </a:t>
            </a:r>
            <a:r>
              <a:rPr lang="ru" sz="900">
                <a:solidFill>
                  <a:srgbClr val="6F42C1"/>
                </a:solidFill>
                <a:latin typeface="Courier New"/>
                <a:ea typeface="Courier New"/>
                <a:cs typeface="Courier New"/>
                <a:sym typeface="Courier New"/>
              </a:rPr>
              <a:t>MF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(More Fragments) |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Предположим, у нас есть байт с флагами: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flags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b010  // DF установлен, MF сброшен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Проверка флага DF (бит 1)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Маска для бита 1: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0x2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(в двоичном виде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0000 0010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)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if (flags &amp; 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x2) {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900">
                <a:solidFill>
                  <a:srgbClr val="6A737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// Флаг DF установлен — пакет не должен фрагментироваться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>
              <a:solidFill>
                <a:srgbClr val="404040"/>
              </a:solidFill>
              <a:highlight>
                <a:srgbClr val="FCFCFC"/>
              </a:highlight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67b6d42f28_0_143"/>
          <p:cNvSpPr txBox="1"/>
          <p:nvPr/>
        </p:nvSpPr>
        <p:spPr>
          <a:xfrm>
            <a:off x="681043" y="108896"/>
            <a:ext cx="7701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t/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490" name="Google Shape;490;g367b6d42f28_0_143"/>
          <p:cNvSpPr txBox="1"/>
          <p:nvPr/>
        </p:nvSpPr>
        <p:spPr>
          <a:xfrm>
            <a:off x="681050" y="503700"/>
            <a:ext cx="7403400" cy="40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Установка флага MF (бит 2)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Маска для бита 2: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0x4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(в двоичном виде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0000 0100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)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flags |= 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0x4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;  </a:t>
            </a:r>
            <a:r>
              <a:rPr lang="ru" sz="900">
                <a:solidFill>
                  <a:srgbClr val="6A737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// Устанавливаем бит MF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Сброс флага DF (бит 1)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flags &amp;= ~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0x2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lang="ru" sz="900">
                <a:solidFill>
                  <a:srgbClr val="6A737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// Сбрасываем бит DF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Объяснение: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6858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404040"/>
              </a:buClr>
              <a:buSzPts val="1200"/>
              <a:buChar char="●"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Побитовое И (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&amp;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) позволяет проверить, установлен ли конкретный бит.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Char char="●"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Побитовое ИЛИ (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|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) — установить бит.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Char char="●"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Побитовое отрицание с последующим И (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&amp; ~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) — сбросить бит.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Такие операции используются в сетевых драйверах и протоколах для быстрого анализа и модификации полей заголовков пакетов.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67b6d42f28_0_149"/>
          <p:cNvSpPr txBox="1"/>
          <p:nvPr/>
        </p:nvSpPr>
        <p:spPr>
          <a:xfrm>
            <a:off x="681043" y="566096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Применение битовых карт</a:t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496" name="Google Shape;496;g367b6d42f28_0_149"/>
          <p:cNvSpPr txBox="1"/>
          <p:nvPr/>
        </p:nvSpPr>
        <p:spPr>
          <a:xfrm>
            <a:off x="681050" y="1572575"/>
            <a:ext cx="7403400" cy="18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Другие применения битовых операций в сетях: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685800" rtl="0" algn="l">
              <a:lnSpc>
                <a:spcPct val="163636"/>
              </a:lnSpc>
              <a:spcBef>
                <a:spcPts val="1800"/>
              </a:spcBef>
              <a:spcAft>
                <a:spcPts val="0"/>
              </a:spcAft>
              <a:buClr>
                <a:srgbClr val="404040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Разбор и формирование MAC-адресов (48 бит), IP-адресов (32 бит).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68580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Маскирование и проверка масок подсети.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68580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Управление портами и флагами TCP/UDP.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68580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Обработка протоколов ARP, ICMP, TCP, UDP и др.</a:t>
            </a:r>
            <a:endParaRPr b="1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67b6d42f28_0_155"/>
          <p:cNvSpPr txBox="1"/>
          <p:nvPr>
            <p:ph type="title"/>
          </p:nvPr>
        </p:nvSpPr>
        <p:spPr>
          <a:xfrm>
            <a:off x="499800" y="795124"/>
            <a:ext cx="8520600" cy="26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500">
                <a:solidFill>
                  <a:schemeClr val="lt1"/>
                </a:solidFill>
              </a:rPr>
              <a:t>Реализация битовых карт и битовых операций в ядре Linux</a:t>
            </a:r>
            <a:endParaRPr sz="4000">
              <a:solidFill>
                <a:srgbClr val="FBFBFE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2800">
              <a:solidFill>
                <a:srgbClr val="FBFBF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02" name="Google Shape;502;g367b6d42f28_0_155"/>
          <p:cNvPicPr preferRelativeResize="0"/>
          <p:nvPr/>
        </p:nvPicPr>
        <p:blipFill rotWithShape="1">
          <a:blip r:embed="rId3">
            <a:alphaModFix/>
          </a:blip>
          <a:srcRect b="61753" l="0" r="0" t="37151"/>
          <a:stretch/>
        </p:blipFill>
        <p:spPr>
          <a:xfrm>
            <a:off x="0" y="3600500"/>
            <a:ext cx="9181975" cy="5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67b6d42f28_0_162"/>
          <p:cNvSpPr txBox="1"/>
          <p:nvPr/>
        </p:nvSpPr>
        <p:spPr>
          <a:xfrm>
            <a:off x="559743" y="64621"/>
            <a:ext cx="7701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Основные функции для работы с битами</a:t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508" name="Google Shape;508;g367b6d42f28_0_162"/>
          <p:cNvSpPr txBox="1"/>
          <p:nvPr/>
        </p:nvSpPr>
        <p:spPr>
          <a:xfrm>
            <a:off x="681050" y="1631925"/>
            <a:ext cx="740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3636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t/>
            </a:r>
            <a:endParaRPr b="1">
              <a:solidFill>
                <a:srgbClr val="404040"/>
              </a:solidFill>
              <a:highlight>
                <a:srgbClr val="FCFCFC"/>
              </a:highlight>
              <a:latin typeface="Georgia"/>
              <a:ea typeface="Georgia"/>
              <a:cs typeface="Georgia"/>
              <a:sym typeface="Georgia"/>
            </a:endParaRPr>
          </a:p>
        </p:txBody>
      </p:sp>
      <p:graphicFrame>
        <p:nvGraphicFramePr>
          <p:cNvPr id="509" name="Google Shape;509;g367b6d42f28_0_162"/>
          <p:cNvGraphicFramePr/>
          <p:nvPr/>
        </p:nvGraphicFramePr>
        <p:xfrm>
          <a:off x="559750" y="1363625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CFCFC"/>
                </a:solidFill>
                <a:tableStyleId>{580A8D91-5ED5-4068-8F20-81CFDF1E19B1}</a:tableStyleId>
              </a:tblPr>
              <a:tblGrid>
                <a:gridCol w="1603125"/>
                <a:gridCol w="4074250"/>
                <a:gridCol w="2347125"/>
              </a:tblGrid>
              <a:tr h="314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>
                          <a:solidFill>
                            <a:srgbClr val="404040"/>
                          </a:solidFill>
                          <a:highlight>
                            <a:srgbClr val="FCFC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Функция</a:t>
                      </a:r>
                      <a:endParaRPr b="1" sz="1100">
                        <a:solidFill>
                          <a:srgbClr val="404040"/>
                        </a:solidFill>
                        <a:highlight>
                          <a:srgbClr val="FCFC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152400" marL="152400">
                    <a:lnL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>
                          <a:solidFill>
                            <a:srgbClr val="40404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</a:t>
                      </a:r>
                      <a:endParaRPr b="1" sz="1100">
                        <a:solidFill>
                          <a:srgbClr val="40404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152400" marL="152400">
                    <a:lnL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>
                          <a:solidFill>
                            <a:srgbClr val="40404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Атомарная операция?</a:t>
                      </a:r>
                      <a:endParaRPr b="1" sz="1100">
                        <a:solidFill>
                          <a:srgbClr val="40404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152400" marL="152400">
                    <a:lnL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9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>
                          <a:solidFill>
                            <a:srgbClr val="E74C3C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void set_bit(int nr, void *addr)</a:t>
                      </a:r>
                      <a:endParaRPr sz="800">
                        <a:solidFill>
                          <a:srgbClr val="E74C3C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200" marB="76200" marR="152400" marL="152400" anchor="ctr">
                    <a:lnL cap="flat" cmpd="sng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rgbClr val="40404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Устанавливает бит</a:t>
                      </a:r>
                      <a:r>
                        <a:rPr lang="ru" sz="1100">
                          <a:solidFill>
                            <a:srgbClr val="404040"/>
                          </a:solidFill>
                        </a:rPr>
                        <a:t> </a:t>
                      </a:r>
                      <a:r>
                        <a:rPr lang="ru" sz="800">
                          <a:solidFill>
                            <a:srgbClr val="E74C3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nr</a:t>
                      </a:r>
                      <a:r>
                        <a:rPr lang="ru" sz="1100">
                          <a:solidFill>
                            <a:srgbClr val="404040"/>
                          </a:solidFill>
                        </a:rPr>
                        <a:t> </a:t>
                      </a:r>
                      <a:r>
                        <a:rPr lang="ru" sz="1100">
                          <a:solidFill>
                            <a:srgbClr val="40404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 адресу</a:t>
                      </a:r>
                      <a:r>
                        <a:rPr lang="ru" sz="1100">
                          <a:solidFill>
                            <a:srgbClr val="404040"/>
                          </a:solidFill>
                        </a:rPr>
                        <a:t> </a:t>
                      </a:r>
                      <a:r>
                        <a:rPr lang="ru" sz="800">
                          <a:solidFill>
                            <a:srgbClr val="E74C3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addr</a:t>
                      </a:r>
                      <a:endParaRPr sz="800">
                        <a:solidFill>
                          <a:srgbClr val="E74C3C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200" marB="76200" marR="152400" marL="152400" anchor="ctr">
                    <a:lnL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rgbClr val="40404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Да, атомарная</a:t>
                      </a:r>
                      <a:endParaRPr sz="1100">
                        <a:solidFill>
                          <a:srgbClr val="40404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rgbClr val="40404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(RMW без возврата)</a:t>
                      </a:r>
                      <a:endParaRPr sz="1100">
                        <a:solidFill>
                          <a:srgbClr val="40404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152400" marL="152400" anchor="ctr">
                    <a:lnL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6"/>
                    </a:solidFill>
                  </a:tcPr>
                </a:tc>
              </a:tr>
              <a:tr h="489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>
                          <a:solidFill>
                            <a:srgbClr val="E74C3C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void clear_bit(int nr, void *addr)</a:t>
                      </a:r>
                      <a:endParaRPr sz="800">
                        <a:solidFill>
                          <a:srgbClr val="E74C3C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200" marB="76200" marR="152400" marL="152400" anchor="ctr">
                    <a:lnL cap="flat" cmpd="sng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rgbClr val="40404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Очищает бит</a:t>
                      </a:r>
                      <a:r>
                        <a:rPr lang="ru" sz="1100">
                          <a:solidFill>
                            <a:srgbClr val="404040"/>
                          </a:solidFill>
                        </a:rPr>
                        <a:t> </a:t>
                      </a:r>
                      <a:r>
                        <a:rPr lang="ru" sz="800">
                          <a:solidFill>
                            <a:srgbClr val="E74C3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nr</a:t>
                      </a:r>
                      <a:r>
                        <a:rPr lang="ru" sz="1100">
                          <a:solidFill>
                            <a:srgbClr val="404040"/>
                          </a:solidFill>
                        </a:rPr>
                        <a:t> </a:t>
                      </a:r>
                      <a:r>
                        <a:rPr lang="ru" sz="1100">
                          <a:solidFill>
                            <a:srgbClr val="40404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 адресу</a:t>
                      </a:r>
                      <a:r>
                        <a:rPr lang="ru" sz="1100">
                          <a:solidFill>
                            <a:srgbClr val="404040"/>
                          </a:solidFill>
                        </a:rPr>
                        <a:t> </a:t>
                      </a:r>
                      <a:r>
                        <a:rPr lang="ru" sz="800">
                          <a:solidFill>
                            <a:srgbClr val="E74C3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addr</a:t>
                      </a:r>
                      <a:endParaRPr sz="800">
                        <a:solidFill>
                          <a:srgbClr val="E74C3C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200" marB="76200" marR="152400" marL="152400" anchor="ctr">
                    <a:lnL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rgbClr val="40404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Да, атомарная</a:t>
                      </a:r>
                      <a:endParaRPr sz="1100">
                        <a:solidFill>
                          <a:srgbClr val="40404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rgbClr val="40404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(RMW без возврата)</a:t>
                      </a:r>
                      <a:endParaRPr sz="1100">
                        <a:solidFill>
                          <a:srgbClr val="40404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152400" marL="152400" anchor="ctr">
                    <a:lnL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9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>
                          <a:solidFill>
                            <a:srgbClr val="E74C3C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void change_bit(int nr, void *addr)</a:t>
                      </a:r>
                      <a:endParaRPr sz="800">
                        <a:solidFill>
                          <a:srgbClr val="E74C3C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200" marB="76200" marR="152400" marL="152400" anchor="ctr">
                    <a:lnL cap="flat" cmpd="sng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rgbClr val="40404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Инвертирует бит</a:t>
                      </a:r>
                      <a:r>
                        <a:rPr lang="ru" sz="1100">
                          <a:solidFill>
                            <a:srgbClr val="404040"/>
                          </a:solidFill>
                        </a:rPr>
                        <a:t> </a:t>
                      </a:r>
                      <a:r>
                        <a:rPr lang="ru" sz="800">
                          <a:solidFill>
                            <a:srgbClr val="E74C3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nr</a:t>
                      </a:r>
                      <a:r>
                        <a:rPr lang="ru" sz="1100">
                          <a:solidFill>
                            <a:srgbClr val="404040"/>
                          </a:solidFill>
                        </a:rPr>
                        <a:t> </a:t>
                      </a:r>
                      <a:r>
                        <a:rPr lang="ru" sz="1100">
                          <a:solidFill>
                            <a:srgbClr val="40404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 адресу</a:t>
                      </a:r>
                      <a:r>
                        <a:rPr lang="ru" sz="1100">
                          <a:solidFill>
                            <a:srgbClr val="404040"/>
                          </a:solidFill>
                        </a:rPr>
                        <a:t> </a:t>
                      </a:r>
                      <a:r>
                        <a:rPr lang="ru" sz="800">
                          <a:solidFill>
                            <a:srgbClr val="E74C3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addr</a:t>
                      </a:r>
                      <a:endParaRPr sz="800">
                        <a:solidFill>
                          <a:srgbClr val="E74C3C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200" marB="76200" marR="152400" marL="152400" anchor="ctr">
                    <a:lnL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rgbClr val="40404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Да, атомарная</a:t>
                      </a:r>
                      <a:endParaRPr sz="1100">
                        <a:solidFill>
                          <a:srgbClr val="40404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rgbClr val="40404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(RMW без возврата)</a:t>
                      </a:r>
                      <a:endParaRPr sz="1100">
                        <a:solidFill>
                          <a:srgbClr val="40404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152400" marL="152400" anchor="ctr">
                    <a:lnL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6"/>
                    </a:solidFill>
                  </a:tcPr>
                </a:tc>
              </a:tr>
              <a:tr h="489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>
                          <a:solidFill>
                            <a:srgbClr val="E74C3C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int test_bit(int nr, const void *addr)</a:t>
                      </a:r>
                      <a:endParaRPr sz="800">
                        <a:solidFill>
                          <a:srgbClr val="E74C3C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200" marB="76200" marR="152400" marL="152400" anchor="ctr">
                    <a:lnL cap="flat" cmpd="sng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rgbClr val="40404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Возвращает значение бита</a:t>
                      </a:r>
                      <a:r>
                        <a:rPr lang="ru" sz="1100">
                          <a:solidFill>
                            <a:srgbClr val="404040"/>
                          </a:solidFill>
                        </a:rPr>
                        <a:t> </a:t>
                      </a:r>
                      <a:r>
                        <a:rPr lang="ru" sz="800">
                          <a:solidFill>
                            <a:srgbClr val="E74C3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nr</a:t>
                      </a:r>
                      <a:r>
                        <a:rPr lang="ru" sz="1100">
                          <a:solidFill>
                            <a:srgbClr val="404040"/>
                          </a:solidFill>
                        </a:rPr>
                        <a:t> </a:t>
                      </a:r>
                      <a:r>
                        <a:rPr lang="ru" sz="1100">
                          <a:solidFill>
                            <a:srgbClr val="40404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 адресу</a:t>
                      </a:r>
                      <a:r>
                        <a:rPr lang="ru" sz="1100">
                          <a:solidFill>
                            <a:srgbClr val="404040"/>
                          </a:solidFill>
                        </a:rPr>
                        <a:t> </a:t>
                      </a:r>
                      <a:r>
                        <a:rPr lang="ru" sz="800">
                          <a:solidFill>
                            <a:srgbClr val="E74C3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addr</a:t>
                      </a:r>
                      <a:endParaRPr sz="800">
                        <a:solidFill>
                          <a:srgbClr val="E74C3C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200" marB="76200" marR="152400" marL="152400" anchor="ctr">
                    <a:lnL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rgbClr val="40404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Нет, не атомарная</a:t>
                      </a:r>
                      <a:endParaRPr sz="1100">
                        <a:solidFill>
                          <a:srgbClr val="40404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rgbClr val="40404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(только чтение)</a:t>
                      </a:r>
                      <a:endParaRPr sz="1100">
                        <a:solidFill>
                          <a:srgbClr val="40404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152400" marL="152400" anchor="ctr">
                    <a:lnL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2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>
                          <a:solidFill>
                            <a:srgbClr val="E74C3C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int test_and_set_bit(int nr, void *addr)</a:t>
                      </a:r>
                      <a:endParaRPr sz="800">
                        <a:solidFill>
                          <a:srgbClr val="E74C3C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200" marB="76200" marR="152400" marL="152400" anchor="ctr">
                    <a:lnL cap="flat" cmpd="sng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rgbClr val="40404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Устанавливает бит</a:t>
                      </a:r>
                      <a:r>
                        <a:rPr lang="ru" sz="1100">
                          <a:solidFill>
                            <a:srgbClr val="404040"/>
                          </a:solidFill>
                        </a:rPr>
                        <a:t> </a:t>
                      </a:r>
                      <a:r>
                        <a:rPr lang="ru" sz="800">
                          <a:solidFill>
                            <a:srgbClr val="E74C3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nr</a:t>
                      </a:r>
                      <a:r>
                        <a:rPr lang="ru" sz="1100">
                          <a:solidFill>
                            <a:srgbClr val="404040"/>
                          </a:solidFill>
                        </a:rPr>
                        <a:t> </a:t>
                      </a:r>
                      <a:r>
                        <a:rPr lang="ru" sz="1100">
                          <a:solidFill>
                            <a:srgbClr val="40404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 возвращает его предыдущее значение</a:t>
                      </a:r>
                      <a:endParaRPr sz="1100">
                        <a:solidFill>
                          <a:srgbClr val="40404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152400" marL="152400" anchor="ctr">
                    <a:lnL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rgbClr val="40404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Да, атомарная</a:t>
                      </a:r>
                      <a:endParaRPr sz="1100">
                        <a:solidFill>
                          <a:srgbClr val="40404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rgbClr val="40404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(RMW с возвратом)</a:t>
                      </a:r>
                      <a:endParaRPr sz="1100">
                        <a:solidFill>
                          <a:srgbClr val="40404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152400" marL="152400" anchor="ctr">
                    <a:lnL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6"/>
                    </a:solidFill>
                  </a:tcPr>
                </a:tc>
              </a:tr>
              <a:tr h="532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>
                          <a:solidFill>
                            <a:srgbClr val="E74C3C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int test_and_clear_bit(int nr, void *addr)</a:t>
                      </a:r>
                      <a:endParaRPr sz="800">
                        <a:solidFill>
                          <a:srgbClr val="E74C3C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200" marB="76200" marR="152400" marL="152400" anchor="ctr">
                    <a:lnL cap="flat" cmpd="sng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rgbClr val="40404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Очищает бит</a:t>
                      </a:r>
                      <a:r>
                        <a:rPr lang="ru" sz="1100">
                          <a:solidFill>
                            <a:srgbClr val="404040"/>
                          </a:solidFill>
                        </a:rPr>
                        <a:t> </a:t>
                      </a:r>
                      <a:r>
                        <a:rPr lang="ru" sz="800">
                          <a:solidFill>
                            <a:srgbClr val="E74C3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nr</a:t>
                      </a:r>
                      <a:r>
                        <a:rPr lang="ru" sz="1100">
                          <a:solidFill>
                            <a:srgbClr val="404040"/>
                          </a:solidFill>
                        </a:rPr>
                        <a:t> </a:t>
                      </a:r>
                      <a:r>
                        <a:rPr lang="ru" sz="1100">
                          <a:solidFill>
                            <a:srgbClr val="40404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 возвращает его предыдущее значение</a:t>
                      </a:r>
                      <a:endParaRPr sz="1100">
                        <a:solidFill>
                          <a:srgbClr val="40404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152400" marL="152400" anchor="ctr">
                    <a:lnL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rgbClr val="40404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Да, атомарная</a:t>
                      </a:r>
                      <a:endParaRPr sz="1100">
                        <a:solidFill>
                          <a:srgbClr val="40404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rgbClr val="40404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(RMW с возвратом)</a:t>
                      </a:r>
                      <a:endParaRPr sz="1100">
                        <a:solidFill>
                          <a:srgbClr val="40404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152400" marL="152400" anchor="ctr">
                    <a:lnL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367b6d42f28_0_175"/>
          <p:cNvSpPr txBox="1"/>
          <p:nvPr/>
        </p:nvSpPr>
        <p:spPr>
          <a:xfrm>
            <a:off x="559743" y="64621"/>
            <a:ext cx="7701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t/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515" name="Google Shape;515;g367b6d42f28_0_175"/>
          <p:cNvSpPr txBox="1"/>
          <p:nvPr/>
        </p:nvSpPr>
        <p:spPr>
          <a:xfrm>
            <a:off x="681050" y="1631925"/>
            <a:ext cx="740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3636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t/>
            </a:r>
            <a:endParaRPr b="1">
              <a:solidFill>
                <a:srgbClr val="404040"/>
              </a:solidFill>
              <a:highlight>
                <a:srgbClr val="FCFCFC"/>
              </a:highlight>
              <a:latin typeface="Georgia"/>
              <a:ea typeface="Georgia"/>
              <a:cs typeface="Georgia"/>
              <a:sym typeface="Georgia"/>
            </a:endParaRPr>
          </a:p>
        </p:txBody>
      </p:sp>
      <p:graphicFrame>
        <p:nvGraphicFramePr>
          <p:cNvPr id="516" name="Google Shape;516;g367b6d42f28_0_175"/>
          <p:cNvGraphicFramePr/>
          <p:nvPr/>
        </p:nvGraphicFramePr>
        <p:xfrm>
          <a:off x="330975" y="307975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CFCFC"/>
                </a:solidFill>
                <a:tableStyleId>{580A8D91-5ED5-4068-8F20-81CFDF1E19B1}</a:tableStyleId>
              </a:tblPr>
              <a:tblGrid>
                <a:gridCol w="1544000"/>
                <a:gridCol w="5006800"/>
                <a:gridCol w="2008075"/>
              </a:tblGrid>
              <a:tr h="490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>
                          <a:solidFill>
                            <a:srgbClr val="E74C3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int test_and_change_bit(int nr, void *addr)</a:t>
                      </a:r>
                      <a:endParaRPr sz="800">
                        <a:solidFill>
                          <a:srgbClr val="E74C3C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200" marB="76200" marR="152400" marL="152400" anchor="ctr">
                    <a:lnL cap="flat" cmpd="sng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rgbClr val="40404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Инвертирует бит</a:t>
                      </a:r>
                      <a:r>
                        <a:rPr lang="ru" sz="1100">
                          <a:solidFill>
                            <a:srgbClr val="404040"/>
                          </a:solidFill>
                        </a:rPr>
                        <a:t> </a:t>
                      </a:r>
                      <a:r>
                        <a:rPr lang="ru" sz="800">
                          <a:solidFill>
                            <a:srgbClr val="E74C3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nr</a:t>
                      </a:r>
                      <a:r>
                        <a:rPr lang="ru" sz="1100">
                          <a:solidFill>
                            <a:srgbClr val="404040"/>
                          </a:solidFill>
                        </a:rPr>
                        <a:t> </a:t>
                      </a:r>
                      <a:r>
                        <a:rPr lang="ru" sz="1100">
                          <a:solidFill>
                            <a:srgbClr val="40404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 возвращает его предыдущее значение</a:t>
                      </a:r>
                      <a:endParaRPr sz="1100">
                        <a:solidFill>
                          <a:srgbClr val="40404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152400" marL="152400" anchor="ctr">
                    <a:lnL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rgbClr val="40404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Да, атомарная</a:t>
                      </a:r>
                      <a:endParaRPr sz="1100">
                        <a:solidFill>
                          <a:srgbClr val="40404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rgbClr val="40404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(RMW с возвратом)</a:t>
                      </a:r>
                      <a:endParaRPr sz="1100">
                        <a:solidFill>
                          <a:srgbClr val="40404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152400" marL="152400" anchor="ctr">
                    <a:lnL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6"/>
                    </a:solidFill>
                  </a:tcPr>
                </a:tc>
              </a:tr>
              <a:tr h="490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>
                          <a:solidFill>
                            <a:srgbClr val="E74C3C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void clear_bit_unlock(int nr, void *addr)</a:t>
                      </a:r>
                      <a:endParaRPr sz="800">
                        <a:solidFill>
                          <a:srgbClr val="E74C3C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200" marB="76200" marR="152400" marL="152400" anchor="ctr">
                    <a:lnL cap="flat" cmpd="sng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rgbClr val="40404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Специальная атомарная очистка бита с семантикой RELEASE</a:t>
                      </a:r>
                      <a:endParaRPr sz="1100">
                        <a:solidFill>
                          <a:srgbClr val="40404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152400" marL="152400" anchor="ctr">
                    <a:lnL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rgbClr val="40404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Да, атомарная</a:t>
                      </a:r>
                      <a:endParaRPr sz="1100">
                        <a:solidFill>
                          <a:srgbClr val="40404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152400" marL="152400" anchor="ctr">
                    <a:lnL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0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>
                          <a:solidFill>
                            <a:srgbClr val="E74C3C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int test_and_set_bit_lock(int nr, void *addr)</a:t>
                      </a:r>
                      <a:endParaRPr sz="800">
                        <a:solidFill>
                          <a:srgbClr val="E74C3C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200" marB="76200" marR="152400" marL="152400" anchor="ctr">
                    <a:lnL cap="flat" cmpd="sng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rgbClr val="40404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Атомарная установка бита с семантикой ACQUIRE, используется для реализации спинлоков</a:t>
                      </a:r>
                      <a:endParaRPr sz="1100">
                        <a:solidFill>
                          <a:srgbClr val="40404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152400" marL="152400" anchor="ctr">
                    <a:lnL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rgbClr val="40404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Да, атомарная</a:t>
                      </a:r>
                      <a:endParaRPr sz="1100">
                        <a:solidFill>
                          <a:srgbClr val="40404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152400" marL="152400" anchor="ctr">
                    <a:lnL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67b6d42f28_0_183"/>
          <p:cNvSpPr txBox="1"/>
          <p:nvPr/>
        </p:nvSpPr>
        <p:spPr>
          <a:xfrm>
            <a:off x="559743" y="521821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Кстати, о байтах и битах!</a:t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522" name="Google Shape;522;g367b6d42f28_0_183"/>
          <p:cNvSpPr txBox="1"/>
          <p:nvPr/>
        </p:nvSpPr>
        <p:spPr>
          <a:xfrm>
            <a:off x="681050" y="2089125"/>
            <a:ext cx="740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3636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t/>
            </a:r>
            <a:endParaRPr b="1">
              <a:solidFill>
                <a:srgbClr val="404040"/>
              </a:solidFill>
              <a:highlight>
                <a:srgbClr val="FCFCFC"/>
              </a:highlight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23" name="Google Shape;523;g367b6d42f28_0_183"/>
          <p:cNvSpPr txBox="1"/>
          <p:nvPr/>
        </p:nvSpPr>
        <p:spPr>
          <a:xfrm>
            <a:off x="509175" y="1305400"/>
            <a:ext cx="6789000" cy="3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Расположения </a:t>
            </a: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байтов и битов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в памяти с учётом адресов и порядка битов внутри байта, чтобы было максимально понятно.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Пусть у нас есть 2 байта, начинающиеся с адреса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0x100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Адрес: 0x100   0x101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Байт:  ?       ?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Расположение байтов в памяти (little-endian)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Адреса растут слева направо: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0x100     0x101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22863A"/>
                </a:solidFill>
                <a:highlight>
                  <a:srgbClr val="F0FFF4"/>
                </a:highlight>
                <a:latin typeface="Courier New"/>
                <a:ea typeface="Courier New"/>
                <a:cs typeface="Courier New"/>
                <a:sym typeface="Courier New"/>
              </a:rPr>
              <a:t>+----+    +----+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| B0 |    | B1 |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22863A"/>
                </a:solidFill>
                <a:highlight>
                  <a:srgbClr val="F0FFF4"/>
                </a:highlight>
                <a:latin typeface="Courier New"/>
                <a:ea typeface="Courier New"/>
                <a:cs typeface="Courier New"/>
                <a:sym typeface="Courier New"/>
              </a:rPr>
              <a:t>+----+    +----+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863A"/>
              </a:solidFill>
              <a:highlight>
                <a:srgbClr val="F0FFF4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67b6d42f28_0_195"/>
          <p:cNvSpPr txBox="1"/>
          <p:nvPr/>
        </p:nvSpPr>
        <p:spPr>
          <a:xfrm>
            <a:off x="559743" y="64621"/>
            <a:ext cx="7701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t/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529" name="Google Shape;529;g367b6d42f28_0_195"/>
          <p:cNvSpPr txBox="1"/>
          <p:nvPr/>
        </p:nvSpPr>
        <p:spPr>
          <a:xfrm>
            <a:off x="681050" y="1631925"/>
            <a:ext cx="740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3636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t/>
            </a:r>
            <a:endParaRPr b="1">
              <a:solidFill>
                <a:srgbClr val="404040"/>
              </a:solidFill>
              <a:highlight>
                <a:srgbClr val="FCFCFC"/>
              </a:highlight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30" name="Google Shape;530;g367b6d42f28_0_195"/>
          <p:cNvSpPr txBox="1"/>
          <p:nvPr/>
        </p:nvSpPr>
        <p:spPr>
          <a:xfrm>
            <a:off x="559750" y="631900"/>
            <a:ext cx="7512300" cy="39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Расположение битов внутри каждого байта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В каждом байте биты нумеруются с 0 (младший бит) до 7 (старший бит), при этом младший бит — самый правый: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Байт </a:t>
            </a:r>
            <a:r>
              <a:rPr lang="ru" sz="900">
                <a:solidFill>
                  <a:srgbClr val="22863A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B0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(адрес 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x100):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бит 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7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бит 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бит 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бит 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бит 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бит 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бит 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бит 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↑      ↑      ↑      ↑      ↑      ↑      ↑      ↑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[7]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[6]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[5]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[4]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[3]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[2]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[1]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[0]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В памяти биты внутри байта расположены так: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22863A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MSB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22863A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---------------------------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ru" sz="900">
                <a:solidFill>
                  <a:srgbClr val="22863A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LSB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(старший бит)                (младший бит)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Визуализация 2 байт с адресами и битами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Адрес: 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0x100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     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0x101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+</a:t>
            </a:r>
            <a:r>
              <a:rPr lang="ru" sz="900">
                <a:solidFill>
                  <a:srgbClr val="6A737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----------+                 +----------+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| B0       |                 | B1       |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+</a:t>
            </a:r>
            <a:r>
              <a:rPr lang="ru" sz="900">
                <a:solidFill>
                  <a:srgbClr val="6A737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----------+                 +----------+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Биты:  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7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7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| | | | | | | |             | | | | | | | |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67b6d42f28_0_204"/>
          <p:cNvSpPr txBox="1"/>
          <p:nvPr/>
        </p:nvSpPr>
        <p:spPr>
          <a:xfrm>
            <a:off x="559743" y="598021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Пример</a:t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536" name="Google Shape;536;g367b6d42f28_0_204"/>
          <p:cNvSpPr txBox="1"/>
          <p:nvPr/>
        </p:nvSpPr>
        <p:spPr>
          <a:xfrm>
            <a:off x="681050" y="2165325"/>
            <a:ext cx="740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3636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t/>
            </a:r>
            <a:endParaRPr b="1">
              <a:solidFill>
                <a:srgbClr val="404040"/>
              </a:solidFill>
              <a:highlight>
                <a:srgbClr val="FCFCFC"/>
              </a:highlight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37" name="Google Shape;537;g367b6d42f28_0_204"/>
          <p:cNvSpPr txBox="1"/>
          <p:nvPr/>
        </p:nvSpPr>
        <p:spPr>
          <a:xfrm>
            <a:off x="559750" y="1382025"/>
            <a:ext cx="8198700" cy="32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число 0x1234 (16 бит) в памяти little-endian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63636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Число 0x1234 в двоичном: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63636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0x12 = 00010010 (старший байт)</a:t>
            </a:r>
            <a:b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</a:b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0x34 = 00110100 (младший байт)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63636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В памяти:</a:t>
            </a:r>
            <a:b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</a:br>
            <a:r>
              <a:rPr b="1"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Адрес: 0x100     0x101</a:t>
            </a:r>
            <a:b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Байт:  0x34      0x12</a:t>
            </a:r>
            <a:b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Биты:  00110100  00010010</a:t>
            </a:r>
            <a:b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7 6 5 4 3 2 1 0  7 6 5 4 3 2 1 0</a:t>
            </a:r>
            <a:endParaRPr sz="1200">
              <a:solidFill>
                <a:srgbClr val="404040"/>
              </a:solidFill>
              <a:highlight>
                <a:srgbClr val="FCFCFC"/>
              </a:highlight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67b6d42f28_0_213"/>
          <p:cNvSpPr txBox="1"/>
          <p:nvPr/>
        </p:nvSpPr>
        <p:spPr>
          <a:xfrm>
            <a:off x="559743" y="598021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Итог</a:t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543" name="Google Shape;543;g367b6d42f28_0_213"/>
          <p:cNvSpPr txBox="1"/>
          <p:nvPr/>
        </p:nvSpPr>
        <p:spPr>
          <a:xfrm>
            <a:off x="681050" y="2165325"/>
            <a:ext cx="740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3636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t/>
            </a:r>
            <a:endParaRPr b="1">
              <a:solidFill>
                <a:srgbClr val="404040"/>
              </a:solidFill>
              <a:highlight>
                <a:srgbClr val="FCFCFC"/>
              </a:highlight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44" name="Google Shape;544;g367b6d42f28_0_213"/>
          <p:cNvSpPr txBox="1"/>
          <p:nvPr/>
        </p:nvSpPr>
        <p:spPr>
          <a:xfrm>
            <a:off x="559750" y="1382025"/>
            <a:ext cx="7594500" cy="11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68580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Char char="●"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По адресу 0x100 лежит младший байт с битами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00110100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68580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Char char="●"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По адресу 0x101 — старший байт с битами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00010010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При чтении 16-битного слова процессор собирает биты так, что младший байт идёт первым, старший — вторым.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67b6d42f28_0_220"/>
          <p:cNvSpPr txBox="1"/>
          <p:nvPr/>
        </p:nvSpPr>
        <p:spPr>
          <a:xfrm>
            <a:off x="559743" y="598021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Разбор некоторых функций</a:t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550" name="Google Shape;550;g367b6d42f28_0_220"/>
          <p:cNvSpPr txBox="1"/>
          <p:nvPr/>
        </p:nvSpPr>
        <p:spPr>
          <a:xfrm>
            <a:off x="681050" y="2165325"/>
            <a:ext cx="740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3636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t/>
            </a:r>
            <a:endParaRPr b="1">
              <a:solidFill>
                <a:srgbClr val="404040"/>
              </a:solidFill>
              <a:highlight>
                <a:srgbClr val="FCFCFC"/>
              </a:highlight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51" name="Google Shape;551;g367b6d42f28_0_220"/>
          <p:cNvSpPr txBox="1"/>
          <p:nvPr/>
        </p:nvSpPr>
        <p:spPr>
          <a:xfrm>
            <a:off x="559750" y="1382025"/>
            <a:ext cx="8198700" cy="21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set_bit</a:t>
            </a:r>
            <a:endParaRPr b="1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На архитектуре процессора x86_64 в ядре Linux для атомарной операции set_bit используется реализация, определённая в заголовочном файле arch/x86/include/asm/bitops.h. Там есть две версии функции: неатомарная __set_bit и атомарная set_bit.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Атомарная версия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set_bit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реализована с использованием инструкции процессора BTS (Bit Test and Set) с префиксом LOCK для обеспечения атомарности на многопроцессорных системах. В коде это выглядит примерно так: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367b6d42f28_0_229"/>
          <p:cNvSpPr txBox="1"/>
          <p:nvPr/>
        </p:nvSpPr>
        <p:spPr>
          <a:xfrm>
            <a:off x="559743" y="445621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set_bit</a:t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557" name="Google Shape;557;g367b6d42f28_0_229"/>
          <p:cNvSpPr txBox="1"/>
          <p:nvPr/>
        </p:nvSpPr>
        <p:spPr>
          <a:xfrm>
            <a:off x="681050" y="2012925"/>
            <a:ext cx="740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3636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t/>
            </a:r>
            <a:endParaRPr b="1">
              <a:solidFill>
                <a:srgbClr val="404040"/>
              </a:solidFill>
              <a:highlight>
                <a:srgbClr val="FCFCFC"/>
              </a:highlight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58" name="Google Shape;558;g367b6d42f28_0_229"/>
          <p:cNvSpPr txBox="1"/>
          <p:nvPr/>
        </p:nvSpPr>
        <p:spPr>
          <a:xfrm>
            <a:off x="559750" y="1251800"/>
            <a:ext cx="8191200" cy="3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static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__always_inline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6F42C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arch_set_bit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long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nr,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volatile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unsigned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long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*addr)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(__builtin_constant_p(nr)) {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asm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6F42C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volatile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(LOCK_PREFIX </a:t>
            </a:r>
            <a:r>
              <a:rPr lang="ru" sz="900">
                <a:solidFill>
                  <a:srgbClr val="032F62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"orb %b1,%0"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: CONST_MASK_ADDR(nr, addr)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: </a:t>
            </a:r>
            <a:r>
              <a:rPr lang="ru" sz="900">
                <a:solidFill>
                  <a:srgbClr val="032F62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"iq"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(CONST_MASK(nr))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: </a:t>
            </a:r>
            <a:r>
              <a:rPr lang="ru" sz="900">
                <a:solidFill>
                  <a:srgbClr val="032F62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"memory"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}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asm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volatile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(LOCK_PREFIX __ASM_SIZE(bts) </a:t>
            </a:r>
            <a:r>
              <a:rPr lang="ru" sz="900">
                <a:solidFill>
                  <a:srgbClr val="032F62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" %1,%0"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: : RLONG_ADDR(addr), </a:t>
            </a:r>
            <a:r>
              <a:rPr lang="ru" sz="900">
                <a:solidFill>
                  <a:srgbClr val="032F62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"Ir"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(nr) : </a:t>
            </a:r>
            <a:r>
              <a:rPr lang="ru" sz="900">
                <a:solidFill>
                  <a:srgbClr val="032F62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"memory"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Что здесь происходит?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Параметры функции: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6858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404040"/>
              </a:buClr>
              <a:buSzPts val="1200"/>
              <a:buChar char="●"/>
            </a:pP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nr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— номер бита, который нужно установить.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Char char="●"/>
            </a:pP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addr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— указатель на область памяти (массив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unsigned long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), где нужно установить бит.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367b6d42f28_0_240"/>
          <p:cNvSpPr txBox="1"/>
          <p:nvPr/>
        </p:nvSpPr>
        <p:spPr>
          <a:xfrm>
            <a:off x="559743" y="64621"/>
            <a:ext cx="7701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t/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564" name="Google Shape;564;g367b6d42f28_0_240"/>
          <p:cNvSpPr txBox="1"/>
          <p:nvPr/>
        </p:nvSpPr>
        <p:spPr>
          <a:xfrm>
            <a:off x="681050" y="1631925"/>
            <a:ext cx="740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3636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t/>
            </a:r>
            <a:endParaRPr b="1">
              <a:solidFill>
                <a:srgbClr val="404040"/>
              </a:solidFill>
              <a:highlight>
                <a:srgbClr val="FCFCFC"/>
              </a:highlight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65" name="Google Shape;565;g367b6d42f28_0_240"/>
          <p:cNvSpPr txBox="1"/>
          <p:nvPr/>
        </p:nvSpPr>
        <p:spPr>
          <a:xfrm>
            <a:off x="566700" y="543350"/>
            <a:ext cx="8075100" cy="41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Проверка</a:t>
            </a: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b="1"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__builtin_constant_p(nr)</a:t>
            </a: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Это встроенная функция компилятора GCC, которая проверяет, является ли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nr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константой на этапе компиляции.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Если</a:t>
            </a: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b="1"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nr</a:t>
            </a: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— константа: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Выполняется ассемблерная инструкция: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LOCK_PREFIX orb %b1,%0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04800" lvl="0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Char char="●"/>
            </a:pP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LOCK_PREFIX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— префикс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lock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, который гарантирует атомарность операции в многопроцессорной системе.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Char char="●"/>
            </a:pP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orb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— операция OR с байтом.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Char char="●"/>
            </a:pP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%b1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— младший байт второго операнда (маска для установки нужного бита).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Char char="●"/>
            </a:pP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%0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— адрес памяти, в котором устанавливается бит.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Макросы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CONST_MASK(nr)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и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CONST_MASK_ADDR(nr, addr)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вычисляют маску и адрес с учётом номера бита, чтобы корректно выставить нужный бит в байте.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67b6d42f28_0_249"/>
          <p:cNvSpPr txBox="1"/>
          <p:nvPr/>
        </p:nvSpPr>
        <p:spPr>
          <a:xfrm>
            <a:off x="559743" y="64621"/>
            <a:ext cx="7701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t/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571" name="Google Shape;571;g367b6d42f28_0_249"/>
          <p:cNvSpPr txBox="1"/>
          <p:nvPr/>
        </p:nvSpPr>
        <p:spPr>
          <a:xfrm>
            <a:off x="681050" y="1631925"/>
            <a:ext cx="740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3636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t/>
            </a:r>
            <a:endParaRPr b="1">
              <a:solidFill>
                <a:srgbClr val="404040"/>
              </a:solidFill>
              <a:highlight>
                <a:srgbClr val="FCFCFC"/>
              </a:highlight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72" name="Google Shape;572;g367b6d42f28_0_249"/>
          <p:cNvSpPr txBox="1"/>
          <p:nvPr/>
        </p:nvSpPr>
        <p:spPr>
          <a:xfrm>
            <a:off x="559750" y="818550"/>
            <a:ext cx="8287200" cy="3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Если</a:t>
            </a: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b="1"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nr</a:t>
            </a: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не константа: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63636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Выполняется ассемблерная инструкция: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63636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LOCK_PREFIX bts %1,%0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04800" lvl="0" marL="68580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Char char="●"/>
            </a:pP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bts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(Bit Test and Set) — инструкция процессора x86, которая устанавливает бит с номером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%1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в операнде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%0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68580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Char char="●"/>
            </a:pP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%0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— адрес памяти (с помощью макроса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RLONG_ADDR(addr)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приводится к нужному виду).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68580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Char char="●"/>
            </a:pP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%1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— номер бита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nr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68580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Char char="●"/>
            </a:pP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LOCK_PREFIX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— префикс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lock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для атомарности.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3550cae0443_0_6"/>
          <p:cNvSpPr txBox="1"/>
          <p:nvPr/>
        </p:nvSpPr>
        <p:spPr>
          <a:xfrm>
            <a:off x="721493" y="583421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Ключевые моменты</a:t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578" name="Google Shape;578;g3550cae0443_0_6"/>
          <p:cNvSpPr txBox="1"/>
          <p:nvPr/>
        </p:nvSpPr>
        <p:spPr>
          <a:xfrm>
            <a:off x="651375" y="1406550"/>
            <a:ext cx="7730700" cy="31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799" lvl="0" marL="495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Char char="●"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Использование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lock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гарантирует, что операция установки бита будет атомарной, то есть не прервётся и не будет конфликтовать с другими процессорами или ядрами.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799" lvl="0" marL="495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При известном на этапе компиляции номере бита используется более простая и быстрая операция OR с маской.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799" lvl="0" marL="495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Char char="●"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При динамическом номере бита используется более универсальная инструкция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bts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для установки нужного бита.</a:t>
            </a:r>
            <a:b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</a:b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Зачем нужна такая реализация?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Это оптимизация: компилятор может сгенерировать более эффективный код, если бит известен заранее, и при этом обеспечить универсальность и атомарность для всех случаев.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t/>
            </a:r>
            <a:endParaRPr sz="1200">
              <a:solidFill>
                <a:srgbClr val="404040"/>
              </a:solidFill>
              <a:highlight>
                <a:srgbClr val="FCFCFC"/>
              </a:highlight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67b6d42f28_0_264"/>
          <p:cNvSpPr txBox="1"/>
          <p:nvPr/>
        </p:nvSpPr>
        <p:spPr>
          <a:xfrm>
            <a:off x="509093" y="450021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Пример 1</a:t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584" name="Google Shape;584;g367b6d42f28_0_264"/>
          <p:cNvSpPr txBox="1"/>
          <p:nvPr/>
        </p:nvSpPr>
        <p:spPr>
          <a:xfrm>
            <a:off x="509100" y="1085625"/>
            <a:ext cx="8125800" cy="3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nr = 10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(номер бита)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6858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404040"/>
              </a:buClr>
              <a:buSzPts val="1200"/>
              <a:buChar char="●"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В коде выполняется ветка с инструкцией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lock bts %1,%0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Char char="●"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Инструкция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bts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устанавливает бит с номером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nr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в памяти по адресу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addr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Char char="●"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Для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nr = 10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это бит 2 во втором байте (адрес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addr + 1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).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В памяти (little-endian) байты расположены так: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04040"/>
              </a:solidFill>
              <a:highlight>
                <a:srgbClr val="FCFCFC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04040"/>
              </a:solidFill>
              <a:highlight>
                <a:srgbClr val="FCFCFC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Итоговое 32-битное слово (старший байт справа):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900"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00000000 00000000 00000100 00000000</a:t>
            </a:r>
            <a:endParaRPr sz="900"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585" name="Google Shape;585;g367b6d42f28_0_264"/>
          <p:cNvGraphicFramePr/>
          <p:nvPr/>
        </p:nvGraphicFramePr>
        <p:xfrm>
          <a:off x="561100" y="2827700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CFCFC"/>
                </a:solidFill>
                <a:tableStyleId>{580A8D91-5ED5-4068-8F20-81CFDF1E19B1}</a:tableStyleId>
              </a:tblPr>
              <a:tblGrid>
                <a:gridCol w="1004250"/>
                <a:gridCol w="958775"/>
                <a:gridCol w="938850"/>
                <a:gridCol w="983700"/>
                <a:gridCol w="983700"/>
              </a:tblGrid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>
                          <a:solidFill>
                            <a:srgbClr val="404040"/>
                          </a:solidFill>
                          <a:highlight>
                            <a:srgbClr val="FCFCFC"/>
                          </a:highlight>
                        </a:rPr>
                        <a:t>Адрес</a:t>
                      </a:r>
                      <a:endParaRPr b="1" sz="1100">
                        <a:solidFill>
                          <a:srgbClr val="404040"/>
                        </a:solidFill>
                        <a:highlight>
                          <a:srgbClr val="FCFCFC"/>
                        </a:highlight>
                      </a:endParaRPr>
                    </a:p>
                  </a:txBody>
                  <a:tcPr marT="76200" marB="76200" marR="152400" marL="152400">
                    <a:lnL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>
                          <a:solidFill>
                            <a:srgbClr val="404040"/>
                          </a:solidFill>
                          <a:highlight>
                            <a:srgbClr val="FCFCFC"/>
                          </a:highlight>
                        </a:rPr>
                        <a:t>0x1000</a:t>
                      </a:r>
                      <a:endParaRPr b="1" sz="1100">
                        <a:solidFill>
                          <a:srgbClr val="404040"/>
                        </a:solidFill>
                        <a:highlight>
                          <a:srgbClr val="FCFCFC"/>
                        </a:highlight>
                      </a:endParaRPr>
                    </a:p>
                  </a:txBody>
                  <a:tcPr marT="76200" marB="76200" marR="152400" marL="152400">
                    <a:lnL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>
                          <a:solidFill>
                            <a:srgbClr val="404040"/>
                          </a:solidFill>
                          <a:highlight>
                            <a:srgbClr val="FCFCFC"/>
                          </a:highlight>
                        </a:rPr>
                        <a:t>0x1001</a:t>
                      </a:r>
                      <a:endParaRPr b="1" sz="1100">
                        <a:solidFill>
                          <a:srgbClr val="404040"/>
                        </a:solidFill>
                        <a:highlight>
                          <a:srgbClr val="FCFCFC"/>
                        </a:highlight>
                      </a:endParaRPr>
                    </a:p>
                  </a:txBody>
                  <a:tcPr marT="76200" marB="76200" marR="152400" marL="152400">
                    <a:lnL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>
                          <a:solidFill>
                            <a:srgbClr val="404040"/>
                          </a:solidFill>
                          <a:highlight>
                            <a:srgbClr val="FCFCFC"/>
                          </a:highlight>
                        </a:rPr>
                        <a:t>0x1002</a:t>
                      </a:r>
                      <a:endParaRPr b="1" sz="1100">
                        <a:solidFill>
                          <a:srgbClr val="404040"/>
                        </a:solidFill>
                        <a:highlight>
                          <a:srgbClr val="FCFCFC"/>
                        </a:highlight>
                      </a:endParaRPr>
                    </a:p>
                  </a:txBody>
                  <a:tcPr marT="76200" marB="76200" marR="152400" marL="152400">
                    <a:lnL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>
                          <a:solidFill>
                            <a:srgbClr val="404040"/>
                          </a:solidFill>
                          <a:highlight>
                            <a:srgbClr val="FCFCFC"/>
                          </a:highlight>
                        </a:rPr>
                        <a:t>0x1003</a:t>
                      </a:r>
                      <a:endParaRPr b="1" sz="1100">
                        <a:solidFill>
                          <a:srgbClr val="404040"/>
                        </a:solidFill>
                        <a:highlight>
                          <a:srgbClr val="FCFCFC"/>
                        </a:highlight>
                      </a:endParaRPr>
                    </a:p>
                  </a:txBody>
                  <a:tcPr marT="76200" marB="76200" marR="152400" marL="152400">
                    <a:lnL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rgbClr val="404040"/>
                          </a:solidFill>
                          <a:highlight>
                            <a:srgbClr val="FCFCFC"/>
                          </a:highlight>
                        </a:rPr>
                        <a:t>Значение</a:t>
                      </a:r>
                      <a:endParaRPr sz="1100">
                        <a:solidFill>
                          <a:srgbClr val="404040"/>
                        </a:solidFill>
                        <a:highlight>
                          <a:srgbClr val="FCFCFC"/>
                        </a:highlight>
                      </a:endParaRPr>
                    </a:p>
                  </a:txBody>
                  <a:tcPr marT="76200" marB="76200" marR="152400" marL="152400" anchor="ctr">
                    <a:lnL cap="flat" cmpd="sng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rgbClr val="404040"/>
                          </a:solidFill>
                          <a:highlight>
                            <a:srgbClr val="FCFCFC"/>
                          </a:highlight>
                        </a:rPr>
                        <a:t>00000000</a:t>
                      </a:r>
                      <a:endParaRPr sz="1100">
                        <a:solidFill>
                          <a:srgbClr val="404040"/>
                        </a:solidFill>
                        <a:highlight>
                          <a:srgbClr val="FCFCFC"/>
                        </a:highlight>
                      </a:endParaRPr>
                    </a:p>
                  </a:txBody>
                  <a:tcPr marT="76200" marB="76200" marR="152400" marL="152400" anchor="ctr">
                    <a:lnL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rgbClr val="404040"/>
                          </a:solidFill>
                          <a:highlight>
                            <a:srgbClr val="FCFCFC"/>
                          </a:highlight>
                        </a:rPr>
                        <a:t>00000100</a:t>
                      </a:r>
                      <a:endParaRPr sz="1100">
                        <a:solidFill>
                          <a:srgbClr val="404040"/>
                        </a:solidFill>
                        <a:highlight>
                          <a:srgbClr val="FCFCFC"/>
                        </a:highlight>
                      </a:endParaRPr>
                    </a:p>
                  </a:txBody>
                  <a:tcPr marT="76200" marB="76200" marR="152400" marL="152400" anchor="ctr">
                    <a:lnL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rgbClr val="404040"/>
                          </a:solidFill>
                          <a:highlight>
                            <a:srgbClr val="FCFCFC"/>
                          </a:highlight>
                        </a:rPr>
                        <a:t>00000000</a:t>
                      </a:r>
                      <a:endParaRPr sz="1100">
                        <a:solidFill>
                          <a:srgbClr val="404040"/>
                        </a:solidFill>
                        <a:highlight>
                          <a:srgbClr val="FCFCFC"/>
                        </a:highlight>
                      </a:endParaRPr>
                    </a:p>
                  </a:txBody>
                  <a:tcPr marT="76200" marB="76200" marR="152400" marL="152400" anchor="ctr">
                    <a:lnL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rgbClr val="404040"/>
                          </a:solidFill>
                          <a:highlight>
                            <a:srgbClr val="FCFCFC"/>
                          </a:highlight>
                        </a:rPr>
                        <a:t>00000000</a:t>
                      </a:r>
                      <a:endParaRPr sz="1100">
                        <a:solidFill>
                          <a:srgbClr val="404040"/>
                        </a:solidFill>
                        <a:highlight>
                          <a:srgbClr val="FCFCFC"/>
                        </a:highlight>
                      </a:endParaRPr>
                    </a:p>
                  </a:txBody>
                  <a:tcPr marT="76200" marB="76200" marR="152400" marL="152400" anchor="ctr">
                    <a:lnL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67b6d42f28_0_292"/>
          <p:cNvSpPr txBox="1"/>
          <p:nvPr/>
        </p:nvSpPr>
        <p:spPr>
          <a:xfrm>
            <a:off x="509093" y="450021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Пример 2</a:t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591" name="Google Shape;591;g367b6d42f28_0_292"/>
          <p:cNvSpPr txBox="1"/>
          <p:nvPr/>
        </p:nvSpPr>
        <p:spPr>
          <a:xfrm>
            <a:off x="509100" y="1086625"/>
            <a:ext cx="7701000" cy="355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nr = 3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(константа)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6858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404040"/>
              </a:buClr>
              <a:buSzPts val="1200"/>
              <a:buChar char="●"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В коде срабатывает ветка с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lock orb %b1,%0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Char char="●"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Маска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CONST_MASK(3)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равна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 &lt;&lt; 3 = 0x08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Char char="●"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Устанавливается бит 3 в младшем байте (адрес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addr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).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В памяти: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04040"/>
              </a:solidFill>
              <a:highlight>
                <a:srgbClr val="FCFCFC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04040"/>
              </a:solidFill>
              <a:highlight>
                <a:srgbClr val="FCFCFC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Итоговое 32-битное слово: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900"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00000000 00000000 00000000 00001000</a:t>
            </a:r>
            <a:endParaRPr sz="900"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592" name="Google Shape;592;g367b6d42f28_0_292"/>
          <p:cNvGraphicFramePr/>
          <p:nvPr/>
        </p:nvGraphicFramePr>
        <p:xfrm>
          <a:off x="547200" y="2867625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CFCFC"/>
                </a:solidFill>
                <a:tableStyleId>{580A8D91-5ED5-4068-8F20-81CFDF1E19B1}</a:tableStyleId>
              </a:tblPr>
              <a:tblGrid>
                <a:gridCol w="926175"/>
                <a:gridCol w="974925"/>
                <a:gridCol w="974925"/>
                <a:gridCol w="974925"/>
                <a:gridCol w="974925"/>
              </a:tblGrid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>
                          <a:solidFill>
                            <a:srgbClr val="404040"/>
                          </a:solidFill>
                          <a:highlight>
                            <a:srgbClr val="FCFCFC"/>
                          </a:highlight>
                        </a:rPr>
                        <a:t>Адрес</a:t>
                      </a:r>
                      <a:endParaRPr b="1" sz="1100">
                        <a:solidFill>
                          <a:srgbClr val="404040"/>
                        </a:solidFill>
                        <a:highlight>
                          <a:srgbClr val="FCFCFC"/>
                        </a:highlight>
                      </a:endParaRPr>
                    </a:p>
                  </a:txBody>
                  <a:tcPr marT="76200" marB="76200" marR="152400" marL="152400">
                    <a:lnL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>
                          <a:solidFill>
                            <a:srgbClr val="404040"/>
                          </a:solidFill>
                          <a:highlight>
                            <a:srgbClr val="FCFCFC"/>
                          </a:highlight>
                        </a:rPr>
                        <a:t>0x1000</a:t>
                      </a:r>
                      <a:endParaRPr b="1" sz="1100">
                        <a:solidFill>
                          <a:srgbClr val="404040"/>
                        </a:solidFill>
                        <a:highlight>
                          <a:srgbClr val="FCFCFC"/>
                        </a:highlight>
                      </a:endParaRPr>
                    </a:p>
                  </a:txBody>
                  <a:tcPr marT="76200" marB="76200" marR="152400" marL="152400">
                    <a:lnL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>
                          <a:solidFill>
                            <a:srgbClr val="404040"/>
                          </a:solidFill>
                          <a:highlight>
                            <a:srgbClr val="FCFCFC"/>
                          </a:highlight>
                        </a:rPr>
                        <a:t>0x1001</a:t>
                      </a:r>
                      <a:endParaRPr b="1" sz="1100">
                        <a:solidFill>
                          <a:srgbClr val="404040"/>
                        </a:solidFill>
                        <a:highlight>
                          <a:srgbClr val="FCFCFC"/>
                        </a:highlight>
                      </a:endParaRPr>
                    </a:p>
                  </a:txBody>
                  <a:tcPr marT="76200" marB="76200" marR="152400" marL="152400">
                    <a:lnL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>
                          <a:solidFill>
                            <a:srgbClr val="404040"/>
                          </a:solidFill>
                          <a:highlight>
                            <a:srgbClr val="FCFCFC"/>
                          </a:highlight>
                        </a:rPr>
                        <a:t>0x1002</a:t>
                      </a:r>
                      <a:endParaRPr b="1" sz="1100">
                        <a:solidFill>
                          <a:srgbClr val="404040"/>
                        </a:solidFill>
                        <a:highlight>
                          <a:srgbClr val="FCFCFC"/>
                        </a:highlight>
                      </a:endParaRPr>
                    </a:p>
                  </a:txBody>
                  <a:tcPr marT="76200" marB="76200" marR="152400" marL="152400">
                    <a:lnL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>
                          <a:solidFill>
                            <a:srgbClr val="404040"/>
                          </a:solidFill>
                          <a:highlight>
                            <a:srgbClr val="FCFCFC"/>
                          </a:highlight>
                        </a:rPr>
                        <a:t>0x1003</a:t>
                      </a:r>
                      <a:endParaRPr b="1" sz="1100">
                        <a:solidFill>
                          <a:srgbClr val="404040"/>
                        </a:solidFill>
                        <a:highlight>
                          <a:srgbClr val="FCFCFC"/>
                        </a:highlight>
                      </a:endParaRPr>
                    </a:p>
                  </a:txBody>
                  <a:tcPr marT="76200" marB="76200" marR="152400" marL="152400">
                    <a:lnL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rgbClr val="404040"/>
                          </a:solidFill>
                          <a:highlight>
                            <a:srgbClr val="FCFCFC"/>
                          </a:highlight>
                        </a:rPr>
                        <a:t>Значение</a:t>
                      </a:r>
                      <a:endParaRPr sz="1100">
                        <a:solidFill>
                          <a:srgbClr val="404040"/>
                        </a:solidFill>
                        <a:highlight>
                          <a:srgbClr val="FCFCFC"/>
                        </a:highlight>
                      </a:endParaRPr>
                    </a:p>
                  </a:txBody>
                  <a:tcPr marT="76200" marB="76200" marR="152400" marL="152400" anchor="ctr">
                    <a:lnL cap="flat" cmpd="sng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rgbClr val="404040"/>
                          </a:solidFill>
                          <a:highlight>
                            <a:srgbClr val="FCFCFC"/>
                          </a:highlight>
                        </a:rPr>
                        <a:t>00001000</a:t>
                      </a:r>
                      <a:endParaRPr sz="1100">
                        <a:solidFill>
                          <a:srgbClr val="404040"/>
                        </a:solidFill>
                        <a:highlight>
                          <a:srgbClr val="FCFCFC"/>
                        </a:highlight>
                      </a:endParaRPr>
                    </a:p>
                  </a:txBody>
                  <a:tcPr marT="76200" marB="76200" marR="152400" marL="152400" anchor="ctr">
                    <a:lnL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rgbClr val="404040"/>
                          </a:solidFill>
                          <a:highlight>
                            <a:srgbClr val="FCFCFC"/>
                          </a:highlight>
                        </a:rPr>
                        <a:t>00000000</a:t>
                      </a:r>
                      <a:endParaRPr sz="1100">
                        <a:solidFill>
                          <a:srgbClr val="404040"/>
                        </a:solidFill>
                        <a:highlight>
                          <a:srgbClr val="FCFCFC"/>
                        </a:highlight>
                      </a:endParaRPr>
                    </a:p>
                  </a:txBody>
                  <a:tcPr marT="76200" marB="76200" marR="152400" marL="152400" anchor="ctr">
                    <a:lnL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rgbClr val="404040"/>
                          </a:solidFill>
                          <a:highlight>
                            <a:srgbClr val="FCFCFC"/>
                          </a:highlight>
                        </a:rPr>
                        <a:t>00000000</a:t>
                      </a:r>
                      <a:endParaRPr sz="1100">
                        <a:solidFill>
                          <a:srgbClr val="404040"/>
                        </a:solidFill>
                        <a:highlight>
                          <a:srgbClr val="FCFCFC"/>
                        </a:highlight>
                      </a:endParaRPr>
                    </a:p>
                  </a:txBody>
                  <a:tcPr marT="76200" marB="76200" marR="152400" marL="152400" anchor="ctr">
                    <a:lnL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rgbClr val="404040"/>
                          </a:solidFill>
                          <a:highlight>
                            <a:srgbClr val="FCFCFC"/>
                          </a:highlight>
                        </a:rPr>
                        <a:t>00000000</a:t>
                      </a:r>
                      <a:endParaRPr sz="1100">
                        <a:solidFill>
                          <a:srgbClr val="404040"/>
                        </a:solidFill>
                        <a:highlight>
                          <a:srgbClr val="FCFCFC"/>
                        </a:highlight>
                      </a:endParaRPr>
                    </a:p>
                  </a:txBody>
                  <a:tcPr marT="76200" marB="76200" marR="152400" marL="152400" anchor="ctr">
                    <a:lnL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367b6d42f28_0_309"/>
          <p:cNvSpPr txBox="1"/>
          <p:nvPr/>
        </p:nvSpPr>
        <p:spPr>
          <a:xfrm>
            <a:off x="721493" y="583421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Кратко о происходящем</a:t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598" name="Google Shape;598;g367b6d42f28_0_309"/>
          <p:cNvSpPr txBox="1"/>
          <p:nvPr/>
        </p:nvSpPr>
        <p:spPr>
          <a:xfrm>
            <a:off x="681050" y="1406550"/>
            <a:ext cx="77010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Кратко о происходящем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6858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404040"/>
              </a:buClr>
              <a:buSzPts val="1200"/>
              <a:buChar char="●"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Ветка с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orb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— это оптимизация для константных номеров бит, где вычисляется маска и применяется атомарный OR к соответствующему байту.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Char char="●"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Ветка с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bts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— универсальная атомарная установка бита по номеру, который может быть переменным.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Char char="●"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Префикс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LOCK_PREFIX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гарантирует атомарность операции на многопроцессорных системах.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Char char="●"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Макросы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CONST_MASK_ADDR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,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CONST_MASK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и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RLONG_ADDR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обеспечивают правильное вычисление адреса и маски в зависимости от номера бита.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Таким образом, приведённые примеры показывают, как именно функция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arch_set_bit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из ядра Linux 6.1.130 атомарно устанавливает биты в памяти с учётом little-endian порядка байт на x86_64, что соответствует реальному расположению данных и работе ассемблерных инструкций в коде ядра.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367b6d42f28_0_316"/>
          <p:cNvSpPr txBox="1"/>
          <p:nvPr/>
        </p:nvSpPr>
        <p:spPr>
          <a:xfrm>
            <a:off x="701593" y="598171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test_bit</a:t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04" name="Google Shape;604;g367b6d42f28_0_316"/>
          <p:cNvSpPr txBox="1"/>
          <p:nvPr/>
        </p:nvSpPr>
        <p:spPr>
          <a:xfrm>
            <a:off x="641725" y="1502250"/>
            <a:ext cx="7256700" cy="20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Функция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test_bit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выделяется тем, что она </a:t>
            </a: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не атомарная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, в отличие от большинства других битовых операций в ядре Linux. Рассмотрим её реализацию и причины.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static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__always_inline </a:t>
            </a:r>
            <a:r>
              <a:rPr lang="ru" sz="11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bool</a:t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6F42C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arch_test_bit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1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unsigned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long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nr, </a:t>
            </a:r>
            <a:r>
              <a:rPr lang="ru" sz="11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volatile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unsigned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long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*addr)</a:t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1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__builtin_constant_p(nr) ? constant_test_bit(nr, addr) :</a:t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   variable_test_bit(nr, addr);</a:t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367b6d42f28_0_324"/>
          <p:cNvSpPr txBox="1"/>
          <p:nvPr/>
        </p:nvSpPr>
        <p:spPr>
          <a:xfrm>
            <a:off x="396793" y="293371"/>
            <a:ext cx="7701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t/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10" name="Google Shape;610;g367b6d42f28_0_324"/>
          <p:cNvSpPr txBox="1"/>
          <p:nvPr/>
        </p:nvSpPr>
        <p:spPr>
          <a:xfrm>
            <a:off x="612775" y="598175"/>
            <a:ext cx="7913100" cy="3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static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__always_inline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bool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6F42C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constant_test_bit_acquire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long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nr,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volatile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unsigned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long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*addr)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bool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oldbit;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asm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6F42C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volatile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900">
                <a:solidFill>
                  <a:srgbClr val="032F62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"testb %2,%1"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CC_SET(nz)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: CC_OUT(nz) (oldbit)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: </a:t>
            </a:r>
            <a:r>
              <a:rPr lang="ru" sz="900">
                <a:solidFill>
                  <a:srgbClr val="032F62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"m"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(((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unsigned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*)addr)[nr &gt;&gt; 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]),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</a:t>
            </a:r>
            <a:r>
              <a:rPr lang="ru" sz="900">
                <a:solidFill>
                  <a:srgbClr val="032F62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"i"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&lt;&lt; (nr &amp; 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7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:</a:t>
            </a:r>
            <a:r>
              <a:rPr lang="ru" sz="900">
                <a:solidFill>
                  <a:srgbClr val="032F62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"memory"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oldbit;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static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__always_inline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bool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6F42C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variable_test_bit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long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nr,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volatile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unsigned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long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*addr)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bool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oldbit;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asm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6F42C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volatile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(__ASM_SIZE(bt) </a:t>
            </a:r>
            <a:r>
              <a:rPr lang="ru" sz="900">
                <a:solidFill>
                  <a:srgbClr val="032F62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" %2,%1"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CC_SET(c)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: CC_OUT(c) (oldbit)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: </a:t>
            </a:r>
            <a:r>
              <a:rPr lang="ru" sz="900">
                <a:solidFill>
                  <a:srgbClr val="032F62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"m"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(*(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unsigned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long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*)addr), </a:t>
            </a:r>
            <a:r>
              <a:rPr lang="ru" sz="900">
                <a:solidFill>
                  <a:srgbClr val="032F62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"Ir"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(nr) : </a:t>
            </a:r>
            <a:r>
              <a:rPr lang="ru" sz="900">
                <a:solidFill>
                  <a:srgbClr val="032F62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"memory"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oldbit;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>
              <a:solidFill>
                <a:srgbClr val="404040"/>
              </a:solidFill>
              <a:highlight>
                <a:srgbClr val="FCFCFC"/>
              </a:highlight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367b6d42f28_0_329"/>
          <p:cNvSpPr txBox="1"/>
          <p:nvPr/>
        </p:nvSpPr>
        <p:spPr>
          <a:xfrm>
            <a:off x="396793" y="293371"/>
            <a:ext cx="7701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t/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16" name="Google Shape;616;g367b6d42f28_0_329"/>
          <p:cNvSpPr txBox="1"/>
          <p:nvPr/>
        </p:nvSpPr>
        <p:spPr>
          <a:xfrm>
            <a:off x="636900" y="820075"/>
            <a:ext cx="7753800" cy="27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Что делает</a:t>
            </a:r>
            <a:r>
              <a:rPr b="1" lang="ru" sz="3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b="1" lang="ru" sz="32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test_bit</a:t>
            </a:r>
            <a:r>
              <a:rPr b="1" lang="ru" sz="3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?</a:t>
            </a:r>
            <a:endParaRPr b="1" sz="3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685800" rtl="0" algn="l">
              <a:lnSpc>
                <a:spcPct val="163636"/>
              </a:lnSpc>
              <a:spcBef>
                <a:spcPts val="1800"/>
              </a:spcBef>
              <a:spcAft>
                <a:spcPts val="0"/>
              </a:spcAft>
              <a:buClr>
                <a:srgbClr val="404040"/>
              </a:buClr>
              <a:buSzPts val="1200"/>
              <a:buChar char="●"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Возвращает значение бита с номером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nr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по адресу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addr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68580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Не изменяет память, только читает бит.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68580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Не гарантирует атомарность, так как чтение одного бита из памяти обычно не требует атомарных инструкций.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D73A49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67b6d42f28_0_335"/>
          <p:cNvSpPr txBox="1"/>
          <p:nvPr/>
        </p:nvSpPr>
        <p:spPr>
          <a:xfrm>
            <a:off x="396793" y="293371"/>
            <a:ext cx="7701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t/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22" name="Google Shape;622;g367b6d42f28_0_335"/>
          <p:cNvSpPr txBox="1"/>
          <p:nvPr/>
        </p:nvSpPr>
        <p:spPr>
          <a:xfrm>
            <a:off x="627250" y="736175"/>
            <a:ext cx="7753800" cy="36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Если номер бита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nr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известен на этапе компиляции (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__builtin_constant_p(nr)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), вызывается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constant_test_bit_acquire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6858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404040"/>
              </a:buClr>
              <a:buSzPts val="1200"/>
              <a:buChar char="●"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Используется инструкция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testb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— логическое И между маской и байтом памяти.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Возвращается флаг ненулевого результата (бит установлен или нет).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Char char="●"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Чтение происходит по адресу конкретного байта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((unsigned char *)addr)[nr &gt;&gt; 3]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Если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nr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— переменная, вызывается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variable_test_bit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6858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404040"/>
              </a:buClr>
              <a:buSzPts val="1200"/>
              <a:buChar char="●"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Используется инструкция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bt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(bit test), которая проверяет бит в 32- или 64-битном слове.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Возвращается флаг переноса (carry flag), указывающий на значение бита.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Char char="●"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Чтение происходит из слова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*(unsigned long *)addr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404040"/>
              </a:solidFill>
              <a:highlight>
                <a:srgbClr val="FCFCFC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D73A49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367b6d42f28_0_341"/>
          <p:cNvSpPr txBox="1"/>
          <p:nvPr/>
        </p:nvSpPr>
        <p:spPr>
          <a:xfrm>
            <a:off x="396793" y="293371"/>
            <a:ext cx="7701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t/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28" name="Google Shape;628;g367b6d42f28_0_341"/>
          <p:cNvSpPr txBox="1"/>
          <p:nvPr/>
        </p:nvSpPr>
        <p:spPr>
          <a:xfrm>
            <a:off x="636900" y="812375"/>
            <a:ext cx="7657500" cy="26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Почему</a:t>
            </a:r>
            <a:r>
              <a:rPr b="1" lang="ru" sz="3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b="1" lang="ru" sz="32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test_bit</a:t>
            </a:r>
            <a:r>
              <a:rPr b="1" lang="ru" sz="3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b="1" lang="ru" sz="3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не атомарная?</a:t>
            </a:r>
            <a:endParaRPr b="1" sz="3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685800" rtl="0" algn="l">
              <a:lnSpc>
                <a:spcPct val="163636"/>
              </a:lnSpc>
              <a:spcBef>
                <a:spcPts val="1800"/>
              </a:spcBef>
              <a:spcAft>
                <a:spcPts val="0"/>
              </a:spcAft>
              <a:buClr>
                <a:srgbClr val="404040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Чтение одного бита из памяти — это просто чтение байта или слова, что на современных архитектурах выполняется атомарно само по себе.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68580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Char char="●"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Атомарность нужна, когда происходит </a:t>
            </a: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изменение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данных (RMW — read-modify-write), чтобы избежать гонок.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68580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Char char="●"/>
            </a:pP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test_bit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не меняет данные, поэтому атомарность не требуется.</a:t>
            </a:r>
            <a:endParaRPr sz="900">
              <a:solidFill>
                <a:srgbClr val="D73A49"/>
              </a:solidFill>
              <a:highlight>
                <a:srgbClr val="F8F8F8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367b6d42f28_0_347"/>
          <p:cNvSpPr txBox="1"/>
          <p:nvPr/>
        </p:nvSpPr>
        <p:spPr>
          <a:xfrm>
            <a:off x="701593" y="598171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Итог</a:t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34" name="Google Shape;634;g367b6d42f28_0_347"/>
          <p:cNvSpPr txBox="1"/>
          <p:nvPr/>
        </p:nvSpPr>
        <p:spPr>
          <a:xfrm>
            <a:off x="615125" y="1531950"/>
            <a:ext cx="7486200" cy="9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68580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Char char="●"/>
            </a:pP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test_bit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— это эффективная, неатомарная операция чтения бита.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68580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Char char="●"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Для атомарных операций с битами в Linux есть другие функции (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set_bit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,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test_and_set_bit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и т.д.), которые используют специальные инструкции с префиксом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lock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367b6d42f28_0_353"/>
          <p:cNvSpPr txBox="1"/>
          <p:nvPr/>
        </p:nvSpPr>
        <p:spPr>
          <a:xfrm>
            <a:off x="701593" y="598171"/>
            <a:ext cx="7701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Основные функции для работы с битовыми картами</a:t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40" name="Google Shape;640;g367b6d42f28_0_353"/>
          <p:cNvSpPr txBox="1"/>
          <p:nvPr/>
        </p:nvSpPr>
        <p:spPr>
          <a:xfrm>
            <a:off x="585600" y="2088025"/>
            <a:ext cx="7510800" cy="6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3636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Ниже представлена таблица с основными функциями из файла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lib/bitmap.c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, которые широко применяются для работы с битовыми картами (bitmap):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367b6d42f28_0_364"/>
          <p:cNvSpPr txBox="1"/>
          <p:nvPr/>
        </p:nvSpPr>
        <p:spPr>
          <a:xfrm>
            <a:off x="396793" y="293371"/>
            <a:ext cx="7701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t/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graphicFrame>
        <p:nvGraphicFramePr>
          <p:cNvPr id="646" name="Google Shape;646;g367b6d42f28_0_364"/>
          <p:cNvGraphicFramePr/>
          <p:nvPr/>
        </p:nvGraphicFramePr>
        <p:xfrm>
          <a:off x="1257300" y="646825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CFCFC"/>
                </a:solidFill>
                <a:tableStyleId>{580A8D91-5ED5-4068-8F20-81CFDF1E19B1}</a:tableStyleId>
              </a:tblPr>
              <a:tblGrid>
                <a:gridCol w="2781300"/>
                <a:gridCol w="3848100"/>
              </a:tblGrid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>
                          <a:solidFill>
                            <a:srgbClr val="40404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Функция</a:t>
                      </a:r>
                      <a:endParaRPr b="1" sz="1100">
                        <a:solidFill>
                          <a:srgbClr val="40404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152400" marL="152400">
                    <a:lnL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>
                          <a:solidFill>
                            <a:srgbClr val="40404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</a:t>
                      </a:r>
                      <a:endParaRPr b="1" sz="1100">
                        <a:solidFill>
                          <a:srgbClr val="40404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152400" marL="152400">
                    <a:lnL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>
                          <a:solidFill>
                            <a:srgbClr val="E74C3C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bitmap_zero(unsigned long *dst, int nbits)</a:t>
                      </a:r>
                      <a:endParaRPr sz="800">
                        <a:solidFill>
                          <a:srgbClr val="E74C3C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200" marB="76200" marR="152400" marL="152400" anchor="ctr">
                    <a:lnL cap="flat" cmpd="sng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rgbClr val="40404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Заполняет bitmap нулями (обнуляет все биты).</a:t>
                      </a:r>
                      <a:endParaRPr sz="1100">
                        <a:solidFill>
                          <a:srgbClr val="40404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152400" marL="152400" anchor="ctr">
                    <a:lnL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6"/>
                    </a:solidFill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>
                          <a:solidFill>
                            <a:srgbClr val="E74C3C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bitmap_fill(unsigned long *dst, int nbits)</a:t>
                      </a:r>
                      <a:endParaRPr sz="800">
                        <a:solidFill>
                          <a:srgbClr val="E74C3C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200" marB="76200" marR="152400" marL="152400" anchor="ctr">
                    <a:lnL cap="flat" cmpd="sng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rgbClr val="40404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Заполняет bitmap единицами (устанавливает все биты).</a:t>
                      </a:r>
                      <a:endParaRPr sz="1100">
                        <a:solidFill>
                          <a:srgbClr val="40404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152400" marL="152400" anchor="ctr">
                    <a:lnL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>
                          <a:solidFill>
                            <a:srgbClr val="E74C3C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bitmap_copy(unsigned long *dst, const unsigned long *src, int nbits)</a:t>
                      </a:r>
                      <a:endParaRPr sz="800">
                        <a:solidFill>
                          <a:srgbClr val="E74C3C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200" marB="76200" marR="152400" marL="152400" anchor="ctr">
                    <a:lnL cap="flat" cmpd="sng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rgbClr val="40404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Копирует bitmap</a:t>
                      </a:r>
                      <a:r>
                        <a:rPr lang="ru" sz="1100">
                          <a:solidFill>
                            <a:srgbClr val="404040"/>
                          </a:solidFill>
                        </a:rPr>
                        <a:t> </a:t>
                      </a:r>
                      <a:r>
                        <a:rPr lang="ru" sz="800">
                          <a:solidFill>
                            <a:srgbClr val="E74C3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src</a:t>
                      </a:r>
                      <a:r>
                        <a:rPr lang="ru" sz="1100">
                          <a:solidFill>
                            <a:srgbClr val="404040"/>
                          </a:solidFill>
                        </a:rPr>
                        <a:t> </a:t>
                      </a:r>
                      <a:r>
                        <a:rPr lang="ru" sz="1100">
                          <a:solidFill>
                            <a:srgbClr val="40404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в </a:t>
                      </a:r>
                      <a:r>
                        <a:rPr lang="ru" sz="800">
                          <a:solidFill>
                            <a:srgbClr val="E74C3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dst</a:t>
                      </a:r>
                      <a:r>
                        <a:rPr lang="ru" sz="1100">
                          <a:solidFill>
                            <a:srgbClr val="40404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sz="1100">
                        <a:solidFill>
                          <a:srgbClr val="40404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152400" marL="152400" anchor="ctr">
                    <a:lnL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6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>
                          <a:solidFill>
                            <a:srgbClr val="E74C3C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bitmap_and(unsigned long *dst, const unsigned long *bitmap1, const unsigned long *bitmap2, int nbits)</a:t>
                      </a:r>
                      <a:endParaRPr sz="800">
                        <a:solidFill>
                          <a:srgbClr val="E74C3C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200" marB="76200" marR="152400" marL="152400" anchor="ctr">
                    <a:lnL cap="flat" cmpd="sng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rgbClr val="40404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Побитовое И двух bitmap.</a:t>
                      </a:r>
                      <a:endParaRPr sz="1100">
                        <a:solidFill>
                          <a:srgbClr val="40404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152400" marL="152400" anchor="ctr">
                    <a:lnL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>
                          <a:solidFill>
                            <a:srgbClr val="E74C3C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bitmap_or(unsigned long *dst, const unsigned long *bitmap1, const unsigned long *bitmap2, int nbits)</a:t>
                      </a:r>
                      <a:endParaRPr sz="800">
                        <a:solidFill>
                          <a:srgbClr val="E74C3C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200" marB="76200" marR="152400" marL="152400" anchor="ctr">
                    <a:lnL cap="flat" cmpd="sng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rgbClr val="40404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Побитовое ИЛИ двух bitmap.</a:t>
                      </a:r>
                      <a:endParaRPr sz="1100">
                        <a:solidFill>
                          <a:srgbClr val="40404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152400" marL="152400" anchor="ctr">
                    <a:lnL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6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>
                          <a:solidFill>
                            <a:srgbClr val="E74C3C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bitmap_xor(unsigned long *dst, const unsigned long *bitmap1, const unsigned long *bitmap2, int nbits)</a:t>
                      </a:r>
                      <a:endParaRPr sz="800">
                        <a:solidFill>
                          <a:srgbClr val="E74C3C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200" marB="76200" marR="152400" marL="152400" anchor="ctr">
                    <a:lnL cap="flat" cmpd="sng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rgbClr val="40404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Побитовое исключающее ИЛИ (XOR) двух bitmap.</a:t>
                      </a:r>
                      <a:endParaRPr sz="1100">
                        <a:solidFill>
                          <a:srgbClr val="40404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152400" marL="152400" anchor="ctr">
                    <a:lnL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367b6d42f28_0_371"/>
          <p:cNvSpPr txBox="1"/>
          <p:nvPr/>
        </p:nvSpPr>
        <p:spPr>
          <a:xfrm>
            <a:off x="396793" y="293371"/>
            <a:ext cx="7701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t/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graphicFrame>
        <p:nvGraphicFramePr>
          <p:cNvPr id="652" name="Google Shape;652;g367b6d42f28_0_371"/>
          <p:cNvGraphicFramePr/>
          <p:nvPr/>
        </p:nvGraphicFramePr>
        <p:xfrm>
          <a:off x="1133913" y="845063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CFCFC"/>
                </a:solidFill>
                <a:tableStyleId>{580A8D91-5ED5-4068-8F20-81CFDF1E19B1}</a:tableStyleId>
              </a:tblPr>
              <a:tblGrid>
                <a:gridCol w="2117375"/>
                <a:gridCol w="4758775"/>
              </a:tblGrid>
              <a:tr h="621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>
                          <a:solidFill>
                            <a:srgbClr val="E74C3C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bitmap_andnot(unsigned long *dst, const unsigned long *bitmap1, const unsigned long *bitmap2, int nbits)</a:t>
                      </a:r>
                      <a:endParaRPr sz="800">
                        <a:solidFill>
                          <a:srgbClr val="E74C3C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200" marB="76200" marR="152400" marL="152400" anchor="ctr">
                    <a:lnL cap="flat" cmpd="sng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rgbClr val="40404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Побитовое И с отрицанием второго bitmap.</a:t>
                      </a:r>
                      <a:endParaRPr sz="1100">
                        <a:solidFill>
                          <a:srgbClr val="40404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152400" marL="152400" anchor="ctr">
                    <a:lnL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6"/>
                    </a:solidFill>
                  </a:tcPr>
                </a:tc>
              </a:tr>
              <a:tr h="498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>
                          <a:solidFill>
                            <a:srgbClr val="E74C3C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bitmap_equal(const unsigned long *bitmap1, const unsigned long *bitmap2, int nbits)</a:t>
                      </a:r>
                      <a:endParaRPr sz="800">
                        <a:solidFill>
                          <a:srgbClr val="E74C3C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200" marB="76200" marR="152400" marL="152400" anchor="ctr">
                    <a:lnL cap="flat" cmpd="sng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rgbClr val="40404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Проверяет равенство двух bitmap.</a:t>
                      </a:r>
                      <a:endParaRPr sz="1100">
                        <a:solidFill>
                          <a:srgbClr val="40404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152400" marL="152400" anchor="ctr">
                    <a:lnL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6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>
                          <a:solidFill>
                            <a:srgbClr val="E74C3C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bitmap_empty(const unsigned long *bitmap, int nbits)</a:t>
                      </a:r>
                      <a:endParaRPr sz="800">
                        <a:solidFill>
                          <a:srgbClr val="E74C3C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200" marB="76200" marR="152400" marL="152400" anchor="ctr">
                    <a:lnL cap="flat" cmpd="sng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rgbClr val="40404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Проверяет, что все биты в bitmap равны 0.</a:t>
                      </a:r>
                      <a:endParaRPr sz="1100">
                        <a:solidFill>
                          <a:srgbClr val="40404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152400" marL="152400" anchor="ctr">
                    <a:lnL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6"/>
                    </a:solidFill>
                  </a:tcPr>
                </a:tc>
              </a:tr>
              <a:tr h="376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>
                          <a:solidFill>
                            <a:srgbClr val="E74C3C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bitmap_full(const unsigned long *bitmap, int nbits)</a:t>
                      </a:r>
                      <a:endParaRPr sz="800">
                        <a:solidFill>
                          <a:srgbClr val="E74C3C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200" marB="76200" marR="152400" marL="152400" anchor="ctr">
                    <a:lnL cap="flat" cmpd="sng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rgbClr val="40404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Проверяет, что все биты в bitmap равны 1.</a:t>
                      </a:r>
                      <a:endParaRPr sz="1100">
                        <a:solidFill>
                          <a:srgbClr val="40404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152400" marL="152400" anchor="ctr">
                    <a:lnL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1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>
                          <a:solidFill>
                            <a:srgbClr val="E74C3C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bitmap_find_next_zero_area(const unsigned long *bitmap, int size, int start, int nr, int align_mask)</a:t>
                      </a:r>
                      <a:endParaRPr sz="800">
                        <a:solidFill>
                          <a:srgbClr val="E74C3C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200" marB="76200" marR="152400" marL="152400" anchor="ctr">
                    <a:lnL cap="flat" cmpd="sng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rgbClr val="40404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Находит следующий свободный (нулевой) участок бит заданного размера с выравниванием.</a:t>
                      </a:r>
                      <a:endParaRPr sz="1100">
                        <a:solidFill>
                          <a:srgbClr val="40404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152400" marL="152400" anchor="ctr">
                    <a:lnL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6"/>
                    </a:solidFill>
                  </a:tcPr>
                </a:tc>
              </a:tr>
              <a:tr h="408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367b6d42f28_0_378"/>
          <p:cNvSpPr txBox="1"/>
          <p:nvPr/>
        </p:nvSpPr>
        <p:spPr>
          <a:xfrm>
            <a:off x="396793" y="293371"/>
            <a:ext cx="7701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t/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graphicFrame>
        <p:nvGraphicFramePr>
          <p:cNvPr id="658" name="Google Shape;658;g367b6d42f28_0_378"/>
          <p:cNvGraphicFramePr/>
          <p:nvPr/>
        </p:nvGraphicFramePr>
        <p:xfrm>
          <a:off x="842350" y="276225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CFCFC"/>
                </a:solidFill>
                <a:tableStyleId>{580A8D91-5ED5-4068-8F20-81CFDF1E19B1}</a:tableStyleId>
              </a:tblPr>
              <a:tblGrid>
                <a:gridCol w="2957775"/>
                <a:gridCol w="4544950"/>
              </a:tblGrid>
              <a:tr h="5048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>
                          <a:solidFill>
                            <a:srgbClr val="E74C3C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bitmap_find_next_bit(const unsigned long *bitmap, int size, int offset)</a:t>
                      </a:r>
                      <a:endParaRPr sz="800">
                        <a:solidFill>
                          <a:srgbClr val="E74C3C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200" marB="76200" marR="152400" marL="152400" anchor="ctr">
                    <a:lnL cap="flat" cmpd="sng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rgbClr val="40404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Находит следующий установленный бит, начиная с </a:t>
                      </a:r>
                      <a:r>
                        <a:rPr lang="ru" sz="800">
                          <a:solidFill>
                            <a:srgbClr val="E74C3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offset</a:t>
                      </a:r>
                      <a:r>
                        <a:rPr lang="ru" sz="1100">
                          <a:solidFill>
                            <a:srgbClr val="40404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sz="1100">
                        <a:solidFill>
                          <a:srgbClr val="40404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152400" marL="152400" anchor="ctr">
                    <a:lnL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>
                          <a:solidFill>
                            <a:srgbClr val="E74C3C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bitmap_find_next_zero_bit(const unsigned long *bitmap, int size, int offset)</a:t>
                      </a:r>
                      <a:endParaRPr sz="800">
                        <a:solidFill>
                          <a:srgbClr val="E74C3C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200" marB="76200" marR="152400" marL="152400" anchor="ctr">
                    <a:lnL cap="flat" cmpd="sng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rgbClr val="40404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Находит следующий сброшенный бит, начиная с</a:t>
                      </a:r>
                      <a:r>
                        <a:rPr lang="ru" sz="1100">
                          <a:solidFill>
                            <a:srgbClr val="404040"/>
                          </a:solidFill>
                        </a:rPr>
                        <a:t> </a:t>
                      </a:r>
                      <a:r>
                        <a:rPr lang="ru" sz="800">
                          <a:solidFill>
                            <a:srgbClr val="E74C3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offset</a:t>
                      </a:r>
                      <a:r>
                        <a:rPr lang="ru" sz="1100">
                          <a:solidFill>
                            <a:srgbClr val="40404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sz="1100">
                        <a:solidFill>
                          <a:srgbClr val="40404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152400" marL="152400" anchor="ctr">
                    <a:lnL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6"/>
                    </a:solidFill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>
                          <a:solidFill>
                            <a:srgbClr val="E74C3C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bitmap_set(unsigned long *map, int start, int nr)</a:t>
                      </a:r>
                      <a:endParaRPr sz="800">
                        <a:solidFill>
                          <a:srgbClr val="E74C3C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200" marB="76200" marR="152400" marL="152400" anchor="ctr">
                    <a:lnL cap="flat" cmpd="sng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rgbClr val="40404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Устанавливает</a:t>
                      </a:r>
                      <a:r>
                        <a:rPr lang="ru" sz="1100">
                          <a:solidFill>
                            <a:srgbClr val="404040"/>
                          </a:solidFill>
                        </a:rPr>
                        <a:t> </a:t>
                      </a:r>
                      <a:r>
                        <a:rPr lang="ru" sz="800">
                          <a:solidFill>
                            <a:srgbClr val="E74C3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nr</a:t>
                      </a:r>
                      <a:r>
                        <a:rPr lang="ru" sz="1100">
                          <a:solidFill>
                            <a:srgbClr val="40404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бит, начиная с позиции</a:t>
                      </a:r>
                      <a:r>
                        <a:rPr lang="ru" sz="1100">
                          <a:solidFill>
                            <a:srgbClr val="404040"/>
                          </a:solidFill>
                        </a:rPr>
                        <a:t> </a:t>
                      </a:r>
                      <a:r>
                        <a:rPr lang="ru" sz="800">
                          <a:solidFill>
                            <a:srgbClr val="E74C3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start</a:t>
                      </a:r>
                      <a:r>
                        <a:rPr lang="ru" sz="1100">
                          <a:solidFill>
                            <a:srgbClr val="40404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sz="1100">
                        <a:solidFill>
                          <a:srgbClr val="40404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152400" marL="152400" anchor="ctr">
                    <a:lnL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>
                          <a:solidFill>
                            <a:srgbClr val="E74C3C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bitmap_clear(unsigned long *map, int start, int nr)</a:t>
                      </a:r>
                      <a:endParaRPr sz="800">
                        <a:solidFill>
                          <a:srgbClr val="E74C3C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200" marB="76200" marR="152400" marL="152400" anchor="ctr">
                    <a:lnL cap="flat" cmpd="sng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rgbClr val="40404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Очищает</a:t>
                      </a:r>
                      <a:r>
                        <a:rPr lang="ru" sz="1100">
                          <a:solidFill>
                            <a:srgbClr val="404040"/>
                          </a:solidFill>
                        </a:rPr>
                        <a:t> </a:t>
                      </a:r>
                      <a:r>
                        <a:rPr lang="ru" sz="800">
                          <a:solidFill>
                            <a:srgbClr val="E74C3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nr</a:t>
                      </a:r>
                      <a:r>
                        <a:rPr lang="ru" sz="1100">
                          <a:solidFill>
                            <a:srgbClr val="404040"/>
                          </a:solidFill>
                        </a:rPr>
                        <a:t> </a:t>
                      </a:r>
                      <a:r>
                        <a:rPr lang="ru" sz="1100">
                          <a:solidFill>
                            <a:srgbClr val="40404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бит, начиная с позиции</a:t>
                      </a:r>
                      <a:r>
                        <a:rPr lang="ru" sz="1100">
                          <a:solidFill>
                            <a:srgbClr val="404040"/>
                          </a:solidFill>
                        </a:rPr>
                        <a:t> </a:t>
                      </a:r>
                      <a:r>
                        <a:rPr lang="ru" sz="800">
                          <a:solidFill>
                            <a:srgbClr val="E74C3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start</a:t>
                      </a:r>
                      <a:r>
                        <a:rPr lang="ru" sz="1100">
                          <a:solidFill>
                            <a:srgbClr val="40404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sz="1100">
                        <a:solidFill>
                          <a:srgbClr val="40404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152400" marL="152400" anchor="ctr">
                    <a:lnL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6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>
                          <a:solidFill>
                            <a:srgbClr val="E74C3C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bitmap_shift_right(unsigned long *dst, const unsigned long *src, int shift, int bits)</a:t>
                      </a:r>
                      <a:endParaRPr sz="800">
                        <a:solidFill>
                          <a:srgbClr val="E74C3C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200" marB="76200" marR="152400" marL="152400" anchor="ctr">
                    <a:lnL cap="flat" cmpd="sng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rgbClr val="40404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Сдвигает bitmap вправо на</a:t>
                      </a:r>
                      <a:r>
                        <a:rPr lang="ru" sz="1100">
                          <a:solidFill>
                            <a:srgbClr val="404040"/>
                          </a:solidFill>
                        </a:rPr>
                        <a:t> </a:t>
                      </a:r>
                      <a:r>
                        <a:rPr lang="ru" sz="800">
                          <a:solidFill>
                            <a:srgbClr val="E74C3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shift</a:t>
                      </a:r>
                      <a:r>
                        <a:rPr lang="ru" sz="1100">
                          <a:solidFill>
                            <a:srgbClr val="404040"/>
                          </a:solidFill>
                        </a:rPr>
                        <a:t> </a:t>
                      </a:r>
                      <a:r>
                        <a:rPr lang="ru" sz="1100">
                          <a:solidFill>
                            <a:srgbClr val="40404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бит.</a:t>
                      </a:r>
                      <a:endParaRPr sz="1100">
                        <a:solidFill>
                          <a:srgbClr val="40404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152400" marL="152400" anchor="ctr">
                    <a:lnL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>
                          <a:solidFill>
                            <a:srgbClr val="E74C3C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bitmap_shift_left(unsigned long *dst, const unsigned long *src, int shift, int bits)</a:t>
                      </a:r>
                      <a:endParaRPr sz="800">
                        <a:solidFill>
                          <a:srgbClr val="E74C3C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200" marB="76200" marR="152400" marL="152400" anchor="ctr">
                    <a:lnL cap="flat" cmpd="sng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rgbClr val="40404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Сдвигает bitmap влево на</a:t>
                      </a:r>
                      <a:r>
                        <a:rPr lang="ru" sz="1100">
                          <a:solidFill>
                            <a:srgbClr val="404040"/>
                          </a:solidFill>
                        </a:rPr>
                        <a:t> </a:t>
                      </a:r>
                      <a:r>
                        <a:rPr lang="ru" sz="800">
                          <a:solidFill>
                            <a:srgbClr val="E74C3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shift</a:t>
                      </a:r>
                      <a:r>
                        <a:rPr lang="ru" sz="1100">
                          <a:solidFill>
                            <a:srgbClr val="404040"/>
                          </a:solidFill>
                        </a:rPr>
                        <a:t> </a:t>
                      </a:r>
                      <a:r>
                        <a:rPr lang="ru" sz="1100">
                          <a:solidFill>
                            <a:srgbClr val="40404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бит.</a:t>
                      </a:r>
                      <a:endParaRPr sz="1100">
                        <a:solidFill>
                          <a:srgbClr val="40404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152400" marL="152400" anchor="ctr">
                    <a:lnL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6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>
                          <a:solidFill>
                            <a:srgbClr val="E74C3C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bitmap_fold(unsigned long *dst, const unsigned long *orig, int size, int bits)</a:t>
                      </a:r>
                      <a:endParaRPr sz="800">
                        <a:solidFill>
                          <a:srgbClr val="E74C3C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200" marB="76200" marR="152400" marL="152400" anchor="ctr">
                    <a:lnL cap="flat" cmpd="sng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rgbClr val="40404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"Сворачивает" bitmap по модулю размера.</a:t>
                      </a:r>
                      <a:endParaRPr sz="1100">
                        <a:solidFill>
                          <a:srgbClr val="40404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152400" marL="152400" anchor="ctr">
                    <a:lnL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>
                          <a:solidFill>
                            <a:srgbClr val="E74C3C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bitmap_parse(const char *buf, int buflen, unsigned long *dst, int nbits)</a:t>
                      </a:r>
                      <a:endParaRPr sz="800">
                        <a:solidFill>
                          <a:srgbClr val="E74C3C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200" marB="76200" marR="152400" marL="152400" anchor="ctr">
                    <a:lnL cap="flat" cmpd="sng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rgbClr val="40404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Парсит строковое представление bitmap в двоичный формат.</a:t>
                      </a:r>
                      <a:endParaRPr sz="1100">
                        <a:solidFill>
                          <a:srgbClr val="40404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152400" marL="152400" anchor="ctr">
                    <a:lnL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6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>
                          <a:solidFill>
                            <a:srgbClr val="E74C3C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bitmap_scnprintf(char *buf, size_t size, const unsigned long *src, int nbits)</a:t>
                      </a:r>
                      <a:endParaRPr sz="800">
                        <a:solidFill>
                          <a:srgbClr val="E74C3C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200" marB="76200" marR="152400" marL="152400" anchor="ctr">
                    <a:lnL cap="flat" cmpd="sng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rgbClr val="40404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Форматирует bitmap в строку.</a:t>
                      </a:r>
                      <a:endParaRPr sz="1100">
                        <a:solidFill>
                          <a:srgbClr val="40404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152400" marL="152400" anchor="ctr">
                    <a:lnL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367b6d42f28_0_385"/>
          <p:cNvSpPr txBox="1"/>
          <p:nvPr/>
        </p:nvSpPr>
        <p:spPr>
          <a:xfrm>
            <a:off x="701593" y="598171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Краткое пояснение</a:t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64" name="Google Shape;664;g367b6d42f28_0_385"/>
          <p:cNvSpPr txBox="1"/>
          <p:nvPr/>
        </p:nvSpPr>
        <p:spPr>
          <a:xfrm>
            <a:off x="615125" y="1473125"/>
            <a:ext cx="7486200" cy="18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68580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Char char="●"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Все функции работают с битовыми картами, представленными массивами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unsigned long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68580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Char char="●"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Параметр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nbits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задаёт количество бит в bitmap.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68580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Функции позволяют эффективно управлять битами: устанавливать, очищать, искать, сравнивать и преобразовывать.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68580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Многие операции учитывают выравнивание и размер, что важно для производительности и корректности.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367b6d42f28_0_391"/>
          <p:cNvSpPr txBox="1"/>
          <p:nvPr/>
        </p:nvSpPr>
        <p:spPr>
          <a:xfrm>
            <a:off x="625393" y="598171"/>
            <a:ext cx="7701000" cy="25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Разбор основных функций(alloc/free, set, clear)</a:t>
            </a:r>
            <a:endParaRPr b="1" sz="41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41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t/>
            </a:r>
            <a:endParaRPr b="1" sz="41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0" name="Google Shape;670;g367b6d42f28_0_391"/>
          <p:cNvSpPr txBox="1"/>
          <p:nvPr/>
        </p:nvSpPr>
        <p:spPr>
          <a:xfrm>
            <a:off x="771350" y="2186575"/>
            <a:ext cx="7409100" cy="23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alloc/free</a:t>
            </a:r>
            <a:endParaRPr b="1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63636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Разбор функции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bitmap_alloc</a:t>
            </a:r>
            <a:endParaRPr sz="900">
              <a:solidFill>
                <a:srgbClr val="E74C3C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unsigned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long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lang="ru" sz="900">
                <a:solidFill>
                  <a:srgbClr val="6F42C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bitmap_alloc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unsigned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nbits,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gfp_t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flags)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kmalloc_array(BITS_TO_LONGS(nbits),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sizeof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unsigned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long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),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flags);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EXPORT_SYMBOL(bitmap_alloc);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367b6d42f28_9_1"/>
          <p:cNvSpPr txBox="1"/>
          <p:nvPr/>
        </p:nvSpPr>
        <p:spPr>
          <a:xfrm>
            <a:off x="625393" y="598171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Что делает функция?</a:t>
            </a:r>
            <a:endParaRPr b="1" sz="41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6" name="Google Shape;676;g367b6d42f28_9_1"/>
          <p:cNvSpPr txBox="1"/>
          <p:nvPr/>
        </p:nvSpPr>
        <p:spPr>
          <a:xfrm>
            <a:off x="625400" y="1328375"/>
            <a:ext cx="7470900" cy="3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1200"/>
              <a:buChar char="●"/>
            </a:pPr>
            <a:r>
              <a:rPr lang="ru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bitmap_alloc</a:t>
            </a:r>
            <a:r>
              <a:rPr lang="ru" sz="1200">
                <a:solidFill>
                  <a:schemeClr val="dk1"/>
                </a:solidFill>
              </a:rPr>
              <a:t> </a:t>
            </a: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выделяет динамический массив типа </a:t>
            </a:r>
            <a:r>
              <a:rPr lang="ru" sz="1200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unsigned long</a:t>
            </a: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достаточный для хранения битовой карты (bitmap) размером </a:t>
            </a:r>
            <a:r>
              <a:rPr lang="ru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nbits</a:t>
            </a:r>
            <a:r>
              <a:rPr lang="ru" sz="1200">
                <a:solidFill>
                  <a:schemeClr val="dk1"/>
                </a:solidFill>
              </a:rPr>
              <a:t> </a:t>
            </a: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бит.</a:t>
            </a:r>
            <a:b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Для этого она использует вспомогательную функцию </a:t>
            </a:r>
            <a:r>
              <a:rPr lang="ru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kmalloc_array</a:t>
            </a: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которая выделяет память для массива из</a:t>
            </a:r>
            <a:r>
              <a:rPr lang="ru" sz="1200">
                <a:solidFill>
                  <a:schemeClr val="dk1"/>
                </a:solidFill>
              </a:rPr>
              <a:t> </a:t>
            </a:r>
            <a:r>
              <a:rPr lang="ru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BITS_TO_LONGS(nbits)</a:t>
            </a:r>
            <a:r>
              <a:rPr lang="ru" sz="1200">
                <a:solidFill>
                  <a:schemeClr val="dk1"/>
                </a:solidFill>
              </a:rPr>
              <a:t> </a:t>
            </a: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элементов типа</a:t>
            </a:r>
            <a:r>
              <a:rPr lang="ru" sz="1200">
                <a:solidFill>
                  <a:schemeClr val="dk1"/>
                </a:solidFill>
              </a:rPr>
              <a:t> </a:t>
            </a:r>
            <a:r>
              <a:rPr lang="ru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unsigned long</a:t>
            </a: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b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Макрос</a:t>
            </a:r>
            <a:r>
              <a:rPr lang="ru" sz="1200">
                <a:solidFill>
                  <a:schemeClr val="dk1"/>
                </a:solidFill>
              </a:rPr>
              <a:t> </a:t>
            </a:r>
            <a:r>
              <a:rPr lang="ru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BITS_TO_LONGS(nbits)</a:t>
            </a:r>
            <a:r>
              <a:rPr lang="ru" sz="1200">
                <a:solidFill>
                  <a:schemeClr val="dk1"/>
                </a:solidFill>
              </a:rPr>
              <a:t> </a:t>
            </a: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вычисляет, сколько</a:t>
            </a:r>
            <a:r>
              <a:rPr lang="ru" sz="1200">
                <a:solidFill>
                  <a:schemeClr val="dk1"/>
                </a:solidFill>
              </a:rPr>
              <a:t> </a:t>
            </a:r>
            <a:r>
              <a:rPr lang="ru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unsigned long</a:t>
            </a:r>
            <a:r>
              <a:rPr lang="ru" sz="1200">
                <a:solidFill>
                  <a:schemeClr val="dk1"/>
                </a:solidFill>
              </a:rPr>
              <a:t> </a:t>
            </a: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нужно для хранения </a:t>
            </a:r>
            <a:r>
              <a:rPr lang="ru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nbits</a:t>
            </a:r>
            <a:r>
              <a:rPr lang="ru" sz="1200">
                <a:solidFill>
                  <a:schemeClr val="dk1"/>
                </a:solidFill>
              </a:rPr>
              <a:t> </a:t>
            </a: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бит, учитывая, что в одном</a:t>
            </a:r>
            <a:r>
              <a:rPr lang="ru" sz="1200">
                <a:solidFill>
                  <a:schemeClr val="dk1"/>
                </a:solidFill>
              </a:rPr>
              <a:t> </a:t>
            </a:r>
            <a:r>
              <a:rPr lang="ru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unsigned long</a:t>
            </a:r>
            <a:r>
              <a:rPr lang="ru" sz="1200">
                <a:solidFill>
                  <a:schemeClr val="dk1"/>
                </a:solidFill>
              </a:rPr>
              <a:t> </a:t>
            </a: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хранится </a:t>
            </a:r>
            <a:r>
              <a:rPr lang="ru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BITS_PER_LONG</a:t>
            </a:r>
            <a:r>
              <a:rPr lang="ru" sz="1200">
                <a:solidFill>
                  <a:schemeClr val="dk1"/>
                </a:solidFill>
              </a:rPr>
              <a:t> </a:t>
            </a: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бит (обычно 64 на x86_64).</a:t>
            </a:r>
            <a:b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Параметр </a:t>
            </a:r>
            <a:r>
              <a:rPr lang="ru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flags</a:t>
            </a:r>
            <a:r>
              <a:rPr lang="ru" sz="1200">
                <a:solidFill>
                  <a:schemeClr val="dk1"/>
                </a:solidFill>
              </a:rPr>
              <a:t> </a:t>
            </a: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передаётся в</a:t>
            </a:r>
            <a:r>
              <a:rPr lang="ru" sz="1200">
                <a:solidFill>
                  <a:schemeClr val="dk1"/>
                </a:solidFill>
              </a:rPr>
              <a:t> </a:t>
            </a:r>
            <a:r>
              <a:rPr lang="ru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kmalloc_array</a:t>
            </a:r>
            <a:r>
              <a:rPr lang="ru" sz="1200">
                <a:solidFill>
                  <a:schemeClr val="dk1"/>
                </a:solidFill>
              </a:rPr>
              <a:t> </a:t>
            </a: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 задаёт поведение выделения памяти (например, может ли выделение блокироваться и т.п.).</a:t>
            </a:r>
            <a:b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Функция возвращает указатель на выделенный массив, который можно использовать как bitmap.</a:t>
            </a:r>
            <a:endParaRPr b="1" sz="13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367b6d42f28_0_407"/>
          <p:cNvSpPr txBox="1"/>
          <p:nvPr/>
        </p:nvSpPr>
        <p:spPr>
          <a:xfrm>
            <a:off x="549193" y="421046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Ключевые моменты</a:t>
            </a:r>
            <a:endParaRPr b="1" sz="41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2" name="Google Shape;682;g367b6d42f28_0_407"/>
          <p:cNvSpPr txBox="1"/>
          <p:nvPr/>
        </p:nvSpPr>
        <p:spPr>
          <a:xfrm>
            <a:off x="549200" y="1175600"/>
            <a:ext cx="72846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Память не инициализируется нулями — выделяется "сырая" память.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Char char="●"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Для инициализации битовой карты в нули можно использовать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bitmap_zero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после выделения.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Эта функция упрощает динамическое создание битовых карт, избавляя от необходимости вручную считать размер массива.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3" name="Google Shape;683;g367b6d42f28_0_407"/>
          <p:cNvSpPr txBox="1"/>
          <p:nvPr/>
        </p:nvSpPr>
        <p:spPr>
          <a:xfrm>
            <a:off x="549193" y="2753896"/>
            <a:ext cx="7701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35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Небольшой пример:</a:t>
            </a:r>
            <a:endParaRPr b="1" sz="35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4" name="Google Shape;684;g367b6d42f28_0_407"/>
          <p:cNvSpPr txBox="1"/>
          <p:nvPr/>
        </p:nvSpPr>
        <p:spPr>
          <a:xfrm>
            <a:off x="549200" y="3421075"/>
            <a:ext cx="740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68580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Char char="●"/>
            </a:pPr>
            <a:r>
              <a:rPr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Для начала разберем известный в ядре макрос</a:t>
            </a:r>
            <a:r>
              <a:rPr lang="ru" sz="1100">
                <a:solidFill>
                  <a:schemeClr val="dk1"/>
                </a:solidFill>
              </a:rPr>
              <a:t> </a:t>
            </a:r>
            <a:r>
              <a:rPr lang="ru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DIV_ROUND_UP</a:t>
            </a:r>
            <a:r>
              <a:rPr lang="ru" sz="1100">
                <a:solidFill>
                  <a:schemeClr val="dk1"/>
                </a:solidFill>
              </a:rPr>
              <a:t>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85" name="Google Shape;685;g367b6d42f28_0_407"/>
          <p:cNvSpPr txBox="1"/>
          <p:nvPr/>
        </p:nvSpPr>
        <p:spPr>
          <a:xfrm>
            <a:off x="1008425" y="3790375"/>
            <a:ext cx="77010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#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define</a:t>
            </a: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 __KERNEL_DIV_ROUND_UP(n, d) (((n) + (d) - 1) / (d))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#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define</a:t>
            </a: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 BITS_TO_LONGS(nr)   __KERNEL_DIV_ROUND_UP(nr, BITS_PER_TYPE(long))</a:t>
            </a:r>
            <a:endParaRPr sz="900">
              <a:solidFill>
                <a:srgbClr val="005CC5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3550cae0443_0_21"/>
          <p:cNvSpPr txBox="1"/>
          <p:nvPr/>
        </p:nvSpPr>
        <p:spPr>
          <a:xfrm>
            <a:off x="683400" y="459700"/>
            <a:ext cx="7851000" cy="41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Разбор макроса</a:t>
            </a:r>
            <a:endParaRPr b="1"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Этот макрос выполняет </a:t>
            </a:r>
            <a:r>
              <a:rPr b="1"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целочисленное деление с округлением вверх</a:t>
            </a:r>
            <a:r>
              <a:rPr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(ceil division) для положительных чисел </a:t>
            </a:r>
            <a:r>
              <a:rPr lang="ru" sz="1100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n</a:t>
            </a:r>
            <a:r>
              <a:rPr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и </a:t>
            </a:r>
            <a:r>
              <a:rPr lang="ru" sz="1100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r>
              <a:rPr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Обычное целочисленное деление </a:t>
            </a:r>
            <a:r>
              <a:rPr lang="ru" sz="1100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n / d</a:t>
            </a:r>
            <a:r>
              <a:rPr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отбрасывает дробную часть, то есть округляет вниз.</a:t>
            </a:r>
            <a:br>
              <a:rPr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Чтобы получить округление вверх, к числителю добавляют </a:t>
            </a:r>
            <a:r>
              <a:rPr lang="ru" sz="1100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(d - 1)</a:t>
            </a:r>
            <a:r>
              <a:rPr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что гарантирует сдвиг результата в сторону большего целого, если есть остаток.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Почему это работает?</a:t>
            </a:r>
            <a:endParaRPr b="1"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Пусть: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</a:pPr>
            <a:r>
              <a:rPr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 n ) — делимое (число, которое делим),</a:t>
            </a:r>
            <a:br>
              <a:rPr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</a:pPr>
            <a:r>
              <a:rPr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 d ) — делитель (положительное число).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Тогда: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</a:pPr>
            <a:r>
              <a:rPr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Если ( n ) делится на ( d ) без остатка, то ( n + d - 1 ) всё равно будет в пределах следующего целого числа, и результат совпадёт с обычным делением.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</a:pPr>
            <a:r>
              <a:rPr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Если есть остаток, то прибавление ( d - 1 ) "поднимает" результат на 1, обеспечивая округление вверх.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367b6d42f28_9_23"/>
          <p:cNvSpPr txBox="1"/>
          <p:nvPr/>
        </p:nvSpPr>
        <p:spPr>
          <a:xfrm>
            <a:off x="607200" y="535900"/>
            <a:ext cx="7701000" cy="39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Пример:</a:t>
            </a:r>
            <a:endParaRPr b="1" sz="2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Для ( n = 10 ), ( d = 3 ):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Обычное деление: ( 10 / 3 = 3 ) (целочисленное, округление вниз)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 округлением вверх: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(10 + 3 - 1} / 3 = 12 / 3 = 4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Итог</a:t>
            </a:r>
            <a:endParaRPr b="1" sz="2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Макрос </a:t>
            </a:r>
            <a:r>
              <a:rPr lang="r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__KERNEL_DIV_ROUND_UP</a:t>
            </a:r>
            <a:r>
              <a:rPr lang="ru">
                <a:solidFill>
                  <a:schemeClr val="dk1"/>
                </a:solidFill>
              </a:rPr>
              <a:t> </a:t>
            </a: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— удобный способ получить количество полных "порций" размера ( d ), необходимых для покрытия ( n ) элементов.</a:t>
            </a:r>
            <a:b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Часто используется для вычисления размера массива или количества блоков, когда нужно гарантировать, что хватит места для всех элементов.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g367b6d42f28_9_28"/>
          <p:cNvSpPr txBox="1"/>
          <p:nvPr/>
        </p:nvSpPr>
        <p:spPr>
          <a:xfrm>
            <a:off x="607200" y="307300"/>
            <a:ext cx="7701000" cy="44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Пусть нужно создать bitmap на 130 бит.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BITS_PER_LONG = 64</a:t>
            </a:r>
            <a:r>
              <a:rPr lang="ru" sz="1100">
                <a:solidFill>
                  <a:schemeClr val="dk1"/>
                </a:solidFill>
              </a:rPr>
              <a:t> </a:t>
            </a:r>
            <a:r>
              <a:rPr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(на 64-битной архитектуре)</a:t>
            </a:r>
            <a:br>
              <a:rPr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Тогда </a:t>
            </a:r>
            <a:r>
              <a:rPr lang="ru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BITS_TO_LONGS(130) = (130 + 63) / 64 = 3</a:t>
            </a:r>
            <a:r>
              <a:rPr lang="ru" sz="1100">
                <a:solidFill>
                  <a:schemeClr val="dk1"/>
                </a:solidFill>
              </a:rPr>
              <a:t> </a:t>
            </a:r>
            <a:r>
              <a:rPr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(три</a:t>
            </a:r>
            <a:r>
              <a:rPr lang="ru" sz="1100">
                <a:solidFill>
                  <a:schemeClr val="dk1"/>
                </a:solidFill>
              </a:rPr>
              <a:t> </a:t>
            </a:r>
            <a:r>
              <a:rPr lang="ru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unsigned long</a:t>
            </a:r>
            <a:r>
              <a:rPr lang="ru" sz="1100">
                <a:solidFill>
                  <a:schemeClr val="dk1"/>
                </a:solidFill>
              </a:rPr>
              <a:t>)</a:t>
            </a:r>
            <a:br>
              <a:rPr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 памяти будет выделено примерно так: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Адрес</a:t>
            </a:r>
            <a:r>
              <a:rPr lang="ru" sz="1100">
                <a:solidFill>
                  <a:schemeClr val="dk1"/>
                </a:solidFill>
              </a:rPr>
              <a:t>:  	 +-----------+-----------+----------+</a:t>
            </a:r>
            <a:endParaRPr sz="1100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</a:rPr>
              <a:t>         	 |  ulong0  |  ulong1  | ulong2 |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</a:rPr>
              <a:t>         		 +-----------+-----------+----------+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Биты</a:t>
            </a:r>
            <a:r>
              <a:rPr lang="ru" sz="1100">
                <a:solidFill>
                  <a:schemeClr val="dk1"/>
                </a:solidFill>
              </a:rPr>
              <a:t>:   	     [0..63]   [64..127]  [128..129 + неиспользуемые биты]</a:t>
            </a:r>
            <a:endParaRPr sz="1100"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Каждый</a:t>
            </a:r>
            <a:r>
              <a:rPr lang="ru" sz="1100">
                <a:solidFill>
                  <a:schemeClr val="dk1"/>
                </a:solidFill>
              </a:rPr>
              <a:t> </a:t>
            </a:r>
            <a:r>
              <a:rPr lang="ru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unsigned long</a:t>
            </a:r>
            <a:r>
              <a:rPr lang="ru" sz="1100">
                <a:solidFill>
                  <a:schemeClr val="dk1"/>
                </a:solidFill>
              </a:rPr>
              <a:t> </a:t>
            </a:r>
            <a:r>
              <a:rPr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хранит 64 бита.</a:t>
            </a:r>
            <a:br>
              <a:rPr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Для 130 бит нужно 3 таких слова.</a:t>
            </a:r>
            <a:br>
              <a:rPr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Память выделяется подряд, указатель указывает на</a:t>
            </a:r>
            <a:r>
              <a:rPr lang="ru" sz="1100">
                <a:solidFill>
                  <a:schemeClr val="dk1"/>
                </a:solidFill>
              </a:rPr>
              <a:t> </a:t>
            </a:r>
            <a:r>
              <a:rPr lang="ru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ulong0</a:t>
            </a:r>
            <a:r>
              <a:rPr lang="ru" sz="1100">
                <a:solidFill>
                  <a:schemeClr val="dk1"/>
                </a:solidFill>
              </a:rPr>
              <a:t>.</a:t>
            </a:r>
            <a:endParaRPr b="1"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367b6d42f28_9_39"/>
          <p:cNvSpPr txBox="1"/>
          <p:nvPr/>
        </p:nvSpPr>
        <p:spPr>
          <a:xfrm>
            <a:off x="627250" y="750575"/>
            <a:ext cx="7623000" cy="4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3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Если представить в виде массива:</a:t>
            </a:r>
            <a:endParaRPr b="1" sz="31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6" name="Google Shape;706;g367b6d42f28_9_39"/>
          <p:cNvSpPr txBox="1"/>
          <p:nvPr/>
        </p:nvSpPr>
        <p:spPr>
          <a:xfrm>
            <a:off x="627250" y="1480775"/>
            <a:ext cx="7115100" cy="27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unsigned long *bitmap = bitmap_alloc(130, GFP_KERNEL);</a:t>
            </a:r>
            <a:endParaRPr sz="18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/* bitmap — биты 0..63 */</a:t>
            </a:r>
            <a:endParaRPr sz="18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/* bitmap[1] — биты 64..127 */</a:t>
            </a:r>
            <a:endParaRPr sz="18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ru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/* bitmap[2] — биты 128..129 (остальные биты в этом слове не используются) */</a:t>
            </a:r>
            <a:endParaRPr sz="18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367b6d42f28_9_46"/>
          <p:cNvSpPr txBox="1"/>
          <p:nvPr/>
        </p:nvSpPr>
        <p:spPr>
          <a:xfrm>
            <a:off x="396793" y="293371"/>
            <a:ext cx="7701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26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Таблица функций выделения и освобождения bitmap в ядре Linux</a:t>
            </a:r>
            <a:endParaRPr b="1" sz="26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712" name="Google Shape;712;g367b6d42f28_9_46"/>
          <p:cNvGraphicFramePr/>
          <p:nvPr/>
        </p:nvGraphicFramePr>
        <p:xfrm>
          <a:off x="359900" y="1182700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CFCFC"/>
                </a:solidFill>
                <a:tableStyleId>{580A8D91-5ED5-4068-8F20-81CFDF1E19B1}</a:tableStyleId>
              </a:tblPr>
              <a:tblGrid>
                <a:gridCol w="1307150"/>
                <a:gridCol w="3771600"/>
                <a:gridCol w="1190600"/>
                <a:gridCol w="1723450"/>
              </a:tblGrid>
              <a:tr h="4467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>
                          <a:solidFill>
                            <a:srgbClr val="40404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Функция</a:t>
                      </a:r>
                      <a:endParaRPr b="1" sz="1100">
                        <a:solidFill>
                          <a:srgbClr val="40404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152400" marL="152400">
                    <a:lnL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>
                          <a:solidFill>
                            <a:srgbClr val="40404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</a:t>
                      </a:r>
                      <a:endParaRPr b="1" sz="1100">
                        <a:solidFill>
                          <a:srgbClr val="40404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152400" marL="152400">
                    <a:lnL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>
                          <a:solidFill>
                            <a:srgbClr val="40404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Инициализация памяти</a:t>
                      </a:r>
                      <a:endParaRPr b="1" sz="1100">
                        <a:solidFill>
                          <a:srgbClr val="40404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152400" marL="152400">
                    <a:lnL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>
                          <a:solidFill>
                            <a:srgbClr val="40404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Особенности</a:t>
                      </a:r>
                      <a:endParaRPr b="1" sz="1100">
                        <a:solidFill>
                          <a:srgbClr val="40404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152400" marL="152400">
                    <a:lnL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6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>
                          <a:solidFill>
                            <a:srgbClr val="E74C3C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bitmap_alloc(unsigned int nbits, gfp_t flags)</a:t>
                      </a:r>
                      <a:endParaRPr sz="800">
                        <a:solidFill>
                          <a:srgbClr val="E74C3C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200" marB="76200" marR="152400" marL="152400" anchor="ctr">
                    <a:lnL cap="flat" cmpd="sng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rgbClr val="40404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Выделяет память для bitmap размером</a:t>
                      </a:r>
                      <a:r>
                        <a:rPr lang="ru" sz="1100">
                          <a:solidFill>
                            <a:srgbClr val="404040"/>
                          </a:solidFill>
                        </a:rPr>
                        <a:t> </a:t>
                      </a:r>
                      <a:r>
                        <a:rPr lang="ru" sz="800">
                          <a:solidFill>
                            <a:srgbClr val="E74C3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nbits</a:t>
                      </a:r>
                      <a:r>
                        <a:rPr lang="ru" sz="1100">
                          <a:solidFill>
                            <a:srgbClr val="404040"/>
                          </a:solidFill>
                        </a:rPr>
                        <a:t> </a:t>
                      </a:r>
                      <a:r>
                        <a:rPr lang="ru" sz="1100">
                          <a:solidFill>
                            <a:srgbClr val="40404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бит без инициализации содержимого.</a:t>
                      </a:r>
                      <a:endParaRPr sz="1100">
                        <a:solidFill>
                          <a:srgbClr val="40404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152400" marL="152400" anchor="ctr">
                    <a:lnL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rgbClr val="40404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Нет</a:t>
                      </a:r>
                      <a:endParaRPr sz="1100">
                        <a:solidFill>
                          <a:srgbClr val="40404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152400" marL="152400" anchor="ctr">
                    <a:lnL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rgbClr val="40404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Использует </a:t>
                      </a:r>
                      <a:r>
                        <a:rPr lang="ru" sz="800">
                          <a:solidFill>
                            <a:srgbClr val="E74C3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kmalloc_array</a:t>
                      </a:r>
                      <a:endParaRPr sz="800">
                        <a:solidFill>
                          <a:srgbClr val="E74C3C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200" marB="76200" marR="152400" marL="152400" anchor="ctr">
                    <a:lnL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6"/>
                    </a:solidFill>
                  </a:tcPr>
                </a:tc>
              </a:tr>
              <a:tr h="486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>
                          <a:solidFill>
                            <a:srgbClr val="E74C3C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bitmap_zalloc(unsigned int nbits, gfp_t flags)</a:t>
                      </a:r>
                      <a:endParaRPr sz="800">
                        <a:solidFill>
                          <a:srgbClr val="E74C3C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200" marB="76200" marR="152400" marL="152400" anchor="ctr">
                    <a:lnL cap="flat" cmpd="sng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rgbClr val="40404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Выделяет память для bitmap размером</a:t>
                      </a:r>
                      <a:r>
                        <a:rPr lang="ru" sz="1100">
                          <a:solidFill>
                            <a:srgbClr val="404040"/>
                          </a:solidFill>
                        </a:rPr>
                        <a:t> </a:t>
                      </a:r>
                      <a:r>
                        <a:rPr lang="ru" sz="800">
                          <a:solidFill>
                            <a:srgbClr val="E74C3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nbits</a:t>
                      </a:r>
                      <a:r>
                        <a:rPr lang="ru" sz="1100">
                          <a:solidFill>
                            <a:srgbClr val="404040"/>
                          </a:solidFill>
                        </a:rPr>
                        <a:t> </a:t>
                      </a:r>
                      <a:r>
                        <a:rPr lang="ru" sz="1100">
                          <a:solidFill>
                            <a:srgbClr val="40404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бит и обнуляет её (все биты сброшены).</a:t>
                      </a:r>
                      <a:endParaRPr sz="1100">
                        <a:solidFill>
                          <a:srgbClr val="40404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152400" marL="152400" anchor="ctr">
                    <a:lnL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rgbClr val="40404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Да</a:t>
                      </a:r>
                      <a:endParaRPr sz="1100">
                        <a:solidFill>
                          <a:srgbClr val="40404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152400" marL="152400" anchor="ctr">
                    <a:lnL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rgbClr val="40404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Добавляет флаг </a:t>
                      </a:r>
                      <a:r>
                        <a:rPr lang="ru" sz="800">
                          <a:solidFill>
                            <a:srgbClr val="E74C3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__GFP_ZERO</a:t>
                      </a:r>
                      <a:r>
                        <a:rPr lang="ru" sz="1100">
                          <a:solidFill>
                            <a:srgbClr val="404040"/>
                          </a:solidFill>
                        </a:rPr>
                        <a:t> </a:t>
                      </a:r>
                      <a:r>
                        <a:rPr lang="ru" sz="1100">
                          <a:solidFill>
                            <a:srgbClr val="40404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к </a:t>
                      </a:r>
                      <a:r>
                        <a:rPr lang="ru" sz="800">
                          <a:solidFill>
                            <a:srgbClr val="E74C3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flags</a:t>
                      </a:r>
                      <a:endParaRPr sz="800">
                        <a:solidFill>
                          <a:srgbClr val="E74C3C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200" marB="76200" marR="152400" marL="152400" anchor="ctr">
                    <a:lnL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6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>
                          <a:solidFill>
                            <a:srgbClr val="E74C3C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bitmap_alloc_node(unsigned int nbits, gfp_t flags, int node)</a:t>
                      </a:r>
                      <a:endParaRPr sz="800">
                        <a:solidFill>
                          <a:srgbClr val="E74C3C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200" marB="76200" marR="152400" marL="152400" anchor="ctr">
                    <a:lnL cap="flat" cmpd="sng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rgbClr val="40404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Выделяет память для bitmap на конкретном NUMA-узле</a:t>
                      </a:r>
                      <a:r>
                        <a:rPr lang="ru" sz="1100">
                          <a:solidFill>
                            <a:srgbClr val="404040"/>
                          </a:solidFill>
                        </a:rPr>
                        <a:t> </a:t>
                      </a:r>
                      <a:r>
                        <a:rPr lang="ru" sz="800">
                          <a:solidFill>
                            <a:srgbClr val="E74C3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node</a:t>
                      </a:r>
                      <a:r>
                        <a:rPr lang="ru" sz="1100">
                          <a:solidFill>
                            <a:srgbClr val="404040"/>
                          </a:solidFill>
                        </a:rPr>
                        <a:t> </a:t>
                      </a:r>
                      <a:r>
                        <a:rPr lang="ru" sz="1100">
                          <a:solidFill>
                            <a:srgbClr val="40404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без инициализации.</a:t>
                      </a:r>
                      <a:endParaRPr sz="1100">
                        <a:solidFill>
                          <a:srgbClr val="40404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152400" marL="152400" anchor="ctr">
                    <a:lnL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rgbClr val="40404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Нет</a:t>
                      </a:r>
                      <a:endParaRPr sz="1100">
                        <a:solidFill>
                          <a:srgbClr val="40404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152400" marL="152400" anchor="ctr">
                    <a:lnL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rgbClr val="40404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Использует </a:t>
                      </a:r>
                      <a:r>
                        <a:rPr lang="ru" sz="800">
                          <a:solidFill>
                            <a:srgbClr val="E74C3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kmalloc_array_node</a:t>
                      </a:r>
                      <a:endParaRPr sz="800">
                        <a:solidFill>
                          <a:srgbClr val="E74C3C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200" marB="76200" marR="152400" marL="152400" anchor="ctr">
                    <a:lnL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6"/>
                    </a:solidFill>
                  </a:tcPr>
                </a:tc>
              </a:tr>
              <a:tr h="606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>
                          <a:solidFill>
                            <a:srgbClr val="E74C3C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bitmap_zalloc_node(unsigned int nbits, gfp_t flags, int node)</a:t>
                      </a:r>
                      <a:endParaRPr sz="800">
                        <a:solidFill>
                          <a:srgbClr val="E74C3C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200" marB="76200" marR="152400" marL="152400" anchor="ctr">
                    <a:lnL cap="flat" cmpd="sng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rgbClr val="40404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Выделяет память для bitmap на конкретном NUMA-узле </a:t>
                      </a:r>
                      <a:r>
                        <a:rPr lang="ru" sz="800">
                          <a:solidFill>
                            <a:srgbClr val="E74C3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node</a:t>
                      </a:r>
                      <a:r>
                        <a:rPr lang="ru" sz="1100">
                          <a:solidFill>
                            <a:srgbClr val="40404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и обнуляет её.</a:t>
                      </a:r>
                      <a:endParaRPr sz="1100">
                        <a:solidFill>
                          <a:srgbClr val="40404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152400" marL="152400" anchor="ctr">
                    <a:lnL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rgbClr val="40404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Да</a:t>
                      </a:r>
                      <a:endParaRPr sz="1100">
                        <a:solidFill>
                          <a:srgbClr val="40404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152400" marL="152400" anchor="ctr">
                    <a:lnL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rgbClr val="40404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Добавляет флаг </a:t>
                      </a:r>
                      <a:r>
                        <a:rPr lang="ru" sz="800">
                          <a:solidFill>
                            <a:srgbClr val="E74C3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__GFP_ZERO</a:t>
                      </a:r>
                      <a:r>
                        <a:rPr lang="ru" sz="1100">
                          <a:solidFill>
                            <a:srgbClr val="404040"/>
                          </a:solidFill>
                        </a:rPr>
                        <a:t> </a:t>
                      </a:r>
                      <a:r>
                        <a:rPr lang="ru" sz="1100">
                          <a:solidFill>
                            <a:srgbClr val="40404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к </a:t>
                      </a:r>
                      <a:r>
                        <a:rPr lang="ru" sz="800">
                          <a:solidFill>
                            <a:srgbClr val="E74C3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flags</a:t>
                      </a:r>
                      <a:endParaRPr sz="800">
                        <a:solidFill>
                          <a:srgbClr val="E74C3C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200" marB="76200" marR="152400" marL="152400" anchor="ctr">
                    <a:lnL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6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>
                          <a:solidFill>
                            <a:srgbClr val="E74C3C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bitmap_free(const unsigned long *bitmap)</a:t>
                      </a:r>
                      <a:endParaRPr sz="800">
                        <a:solidFill>
                          <a:srgbClr val="E74C3C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200" marB="76200" marR="152400" marL="152400" anchor="ctr">
                    <a:lnL cap="flat" cmpd="sng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rgbClr val="40404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Освобождает память, выделенную под bitmap.</a:t>
                      </a:r>
                      <a:endParaRPr sz="1100">
                        <a:solidFill>
                          <a:srgbClr val="40404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152400" marL="152400" anchor="ctr">
                    <a:lnL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rgbClr val="40404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—</a:t>
                      </a:r>
                      <a:endParaRPr sz="1100">
                        <a:solidFill>
                          <a:srgbClr val="40404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152400" marL="152400" anchor="ctr">
                    <a:lnL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rgbClr val="40404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Использует </a:t>
                      </a:r>
                      <a:r>
                        <a:rPr lang="ru" sz="800">
                          <a:solidFill>
                            <a:srgbClr val="E74C3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kfree</a:t>
                      </a:r>
                      <a:endParaRPr sz="800">
                        <a:solidFill>
                          <a:srgbClr val="E74C3C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200" marB="76200" marR="152400" marL="152400" anchor="ctr">
                    <a:lnL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367b6d42f28_9_61"/>
          <p:cNvSpPr txBox="1"/>
          <p:nvPr/>
        </p:nvSpPr>
        <p:spPr>
          <a:xfrm>
            <a:off x="625393" y="598171"/>
            <a:ext cx="7701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37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Краткие пояснения</a:t>
            </a:r>
            <a:endParaRPr b="1" sz="37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8" name="Google Shape;718;g367b6d42f28_9_61"/>
          <p:cNvSpPr txBox="1"/>
          <p:nvPr/>
        </p:nvSpPr>
        <p:spPr>
          <a:xfrm>
            <a:off x="625400" y="1328375"/>
            <a:ext cx="7308900" cy="32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Все функции выделяют память под массив </a:t>
            </a:r>
            <a:r>
              <a:rPr lang="ru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unsigned long</a:t>
            </a: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достаточный для хранения </a:t>
            </a:r>
            <a:r>
              <a:rPr lang="ru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nbits</a:t>
            </a: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бит.</a:t>
            </a:r>
            <a:b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ru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bitmap_zalloc</a:t>
            </a: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и </a:t>
            </a:r>
            <a:r>
              <a:rPr lang="ru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bitmap_zalloc_node</a:t>
            </a: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гарантируют, что выделенная память будет заполнена нулями.</a:t>
            </a:r>
            <a:b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Версии с суффиксом </a:t>
            </a:r>
            <a:r>
              <a:rPr lang="ru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_node</a:t>
            </a: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позволяют указать NUMA-узел, на котором должна быть выделена память (важно для производительности на многопроцессорных системах с распределённой памятью).</a:t>
            </a:r>
            <a:b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ru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bitmap_free</a:t>
            </a: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используется для освобождения памяти, выделенной любым из этих методов.</a:t>
            </a:r>
            <a:endParaRPr sz="1600">
              <a:solidFill>
                <a:srgbClr val="18803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367b6d42f28_9_68"/>
          <p:cNvSpPr txBox="1"/>
          <p:nvPr/>
        </p:nvSpPr>
        <p:spPr>
          <a:xfrm>
            <a:off x="701600" y="1328375"/>
            <a:ext cx="7701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t/>
            </a:r>
            <a:endParaRPr sz="1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724" name="Google Shape;724;g367b6d42f28_9_68"/>
          <p:cNvSpPr txBox="1"/>
          <p:nvPr/>
        </p:nvSpPr>
        <p:spPr>
          <a:xfrm>
            <a:off x="545750" y="560975"/>
            <a:ext cx="7271700" cy="35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3200">
              <a:solidFill>
                <a:srgbClr val="404040"/>
              </a:solidFill>
              <a:highlight>
                <a:srgbClr val="FCFCFC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static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__always_inline </a:t>
            </a:r>
            <a:r>
              <a:rPr lang="ru" sz="11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6F42C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bitmap_set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1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unsigned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long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lang="ru" sz="1100">
                <a:solidFill>
                  <a:srgbClr val="E3620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map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1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unsigned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start,</a:t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ru" sz="11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unsigned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nbits)</a:t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1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(__builtin_constant_p(nbits) &amp;&amp; nbits == </a:t>
            </a:r>
            <a:r>
              <a:rPr lang="ru" sz="11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__set_bit(start, </a:t>
            </a:r>
            <a:r>
              <a:rPr lang="ru" sz="1100">
                <a:solidFill>
                  <a:srgbClr val="E3620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map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1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(small_const_nbits(start + nbits))</a:t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*</a:t>
            </a:r>
            <a:r>
              <a:rPr lang="ru" sz="1100">
                <a:solidFill>
                  <a:srgbClr val="E3620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map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|= GENMASK(start + nbits - </a:t>
            </a:r>
            <a:r>
              <a:rPr lang="ru" sz="11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, start);</a:t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1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(__builtin_constant_p(start &amp; BITMAP_MEM_MASK) &amp;&amp;</a:t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 IS_ALIGNED(start, BITMAP_MEM_ALIGNMENT) &amp;&amp;</a:t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 __builtin_constant_p(nbits &amp; BITMAP_MEM_MASK) &amp;&amp;</a:t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 IS_ALIGNED(nbits, BITMAP_MEM_ALIGNMENT))</a:t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ru" sz="1100">
                <a:solidFill>
                  <a:srgbClr val="E3620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memset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((</a:t>
            </a:r>
            <a:r>
              <a:rPr lang="ru" sz="11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*)</a:t>
            </a:r>
            <a:r>
              <a:rPr lang="ru" sz="1100">
                <a:solidFill>
                  <a:srgbClr val="E3620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map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+ start / </a:t>
            </a:r>
            <a:r>
              <a:rPr lang="ru" sz="11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8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1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0xff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, nbits / </a:t>
            </a:r>
            <a:r>
              <a:rPr lang="ru" sz="11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8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1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__bitmap_set(</a:t>
            </a:r>
            <a:r>
              <a:rPr lang="ru" sz="1100">
                <a:solidFill>
                  <a:srgbClr val="E3620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map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, start, nbits);</a:t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25" name="Google Shape;725;g367b6d42f28_9_68"/>
          <p:cNvSpPr txBox="1"/>
          <p:nvPr/>
        </p:nvSpPr>
        <p:spPr>
          <a:xfrm>
            <a:off x="477350" y="516225"/>
            <a:ext cx="81495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40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set</a:t>
            </a:r>
            <a:endParaRPr sz="170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367b6d42f28_9_73"/>
          <p:cNvSpPr txBox="1"/>
          <p:nvPr/>
        </p:nvSpPr>
        <p:spPr>
          <a:xfrm>
            <a:off x="625393" y="628646"/>
            <a:ext cx="7701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37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Как работает bitmap_set?</a:t>
            </a:r>
            <a:endParaRPr b="1" sz="37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1" name="Google Shape;731;g367b6d42f28_9_73"/>
          <p:cNvSpPr txBox="1"/>
          <p:nvPr/>
        </p:nvSpPr>
        <p:spPr>
          <a:xfrm>
            <a:off x="625400" y="1297875"/>
            <a:ext cx="7701000" cy="3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Если количество бит для установки — константа и равно 1 (nbits == 1), вызывается функция __set_bit, которая атомарно устанавливает один бит. Это самый простой и быстрый случай.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Если сумма start + nbits — небольшое константное число (проверяется через small_const_nbits), то применяется маска GENMASK для установки битов в одном элементе unsigned long через операцию OR. Это эффективно для небольших диапазонов бит в пределах одного слова.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Если start и nbits выровнены по определённым маскам (BITMAP_MEM_MASK, BITMAP_MEM_ALIGNMENT) и являются константами, то для установки битов используется memset — блоковое заполнение памяти значением 0xff (все биты единицы). Это оптимизация для больших, выровненных блоков бит.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Во всех остальных случаях вызывается функция __bitmap_set, которая устанавливает биты по одному или блоками, не используя оптимизаций.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g367b6d42f28_0_478"/>
          <p:cNvSpPr txBox="1"/>
          <p:nvPr/>
        </p:nvSpPr>
        <p:spPr>
          <a:xfrm>
            <a:off x="625393" y="552446"/>
            <a:ext cx="77010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37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clear</a:t>
            </a:r>
            <a:endParaRPr b="1" sz="37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7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t/>
            </a:r>
            <a:endParaRPr b="1" sz="37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7" name="Google Shape;737;g367b6d42f28_0_478"/>
          <p:cNvSpPr txBox="1"/>
          <p:nvPr/>
        </p:nvSpPr>
        <p:spPr>
          <a:xfrm>
            <a:off x="625400" y="1291850"/>
            <a:ext cx="7476000" cy="27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static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__always_inline </a:t>
            </a:r>
            <a:r>
              <a:rPr lang="ru" sz="11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6F42C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bitmap_clear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1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unsigned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long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lang="ru" sz="1100">
                <a:solidFill>
                  <a:srgbClr val="E3620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map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1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unsigned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start,</a:t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ru" sz="11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unsigned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nbits)</a:t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1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(__builtin_constant_p(nbits) &amp;&amp; nbits == </a:t>
            </a:r>
            <a:r>
              <a:rPr lang="ru" sz="11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__clear_bit(start, </a:t>
            </a:r>
            <a:r>
              <a:rPr lang="ru" sz="1100">
                <a:solidFill>
                  <a:srgbClr val="E3620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map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1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(small_const_nbits(start + nbits))</a:t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*</a:t>
            </a:r>
            <a:r>
              <a:rPr lang="ru" sz="1100">
                <a:solidFill>
                  <a:srgbClr val="E3620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map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&amp;= ~GENMASK(start + nbits - </a:t>
            </a:r>
            <a:r>
              <a:rPr lang="ru" sz="11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, start);</a:t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1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(__builtin_constant_p(start &amp; BITMAP_MEM_MASK) &amp;&amp;</a:t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 IS_ALIGNED(start, BITMAP_MEM_ALIGNMENT) &amp;&amp;</a:t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 __builtin_constant_p(nbits &amp; BITMAP_MEM_MASK) &amp;&amp;</a:t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 IS_ALIGNED(nbits, BITMAP_MEM_ALIGNMENT))</a:t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ru" sz="1100">
                <a:solidFill>
                  <a:srgbClr val="E3620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memset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((</a:t>
            </a:r>
            <a:r>
              <a:rPr lang="ru" sz="11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*)</a:t>
            </a:r>
            <a:r>
              <a:rPr lang="ru" sz="1100">
                <a:solidFill>
                  <a:srgbClr val="E3620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map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+ start / </a:t>
            </a:r>
            <a:r>
              <a:rPr lang="ru" sz="11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8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1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, nbits / </a:t>
            </a:r>
            <a:r>
              <a:rPr lang="ru" sz="11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8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1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__bitmap_clear(</a:t>
            </a:r>
            <a:r>
              <a:rPr lang="ru" sz="1100">
                <a:solidFill>
                  <a:srgbClr val="E3620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map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, start, nbits);</a:t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g367b6d42f28_9_80"/>
          <p:cNvSpPr txBox="1"/>
          <p:nvPr/>
        </p:nvSpPr>
        <p:spPr>
          <a:xfrm>
            <a:off x="625393" y="628646"/>
            <a:ext cx="7701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37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Как работает bitmap_clear?</a:t>
            </a:r>
            <a:endParaRPr b="1" sz="37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3" name="Google Shape;743;g367b6d42f28_9_80"/>
          <p:cNvSpPr txBox="1"/>
          <p:nvPr/>
        </p:nvSpPr>
        <p:spPr>
          <a:xfrm>
            <a:off x="625400" y="1450275"/>
            <a:ext cx="7470900" cy="28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Логика аналогична bitmap_set, только вместо установки битов: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При nbits == 1 вызывается __clear_bit — атомарное очищение одного бита.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При небольшом диапазоне бит используется маска GENMASK и операция AND с инверсией маски для очистки битов в одном слове.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При выровненных и константных параметрах используется memset с заполнением нулями для очистки блока памяти.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 остальных случаях вызывается __bitmap_clear — универсальная функция для очистки битов.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Остальные функции советую посмотреть самостоятельно!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g367b6d42f28_0_425"/>
          <p:cNvSpPr txBox="1"/>
          <p:nvPr>
            <p:ph type="title"/>
          </p:nvPr>
        </p:nvSpPr>
        <p:spPr>
          <a:xfrm>
            <a:off x="521925" y="1710174"/>
            <a:ext cx="8520600" cy="20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500">
                <a:solidFill>
                  <a:schemeClr val="lt1"/>
                </a:solidFill>
              </a:rPr>
              <a:t>Примеры использования в ядре Linux</a:t>
            </a:r>
            <a:endParaRPr sz="4000">
              <a:solidFill>
                <a:srgbClr val="FBFBFE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2800">
              <a:solidFill>
                <a:srgbClr val="FBFBF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49" name="Google Shape;749;g367b6d42f28_0_425"/>
          <p:cNvPicPr preferRelativeResize="0"/>
          <p:nvPr/>
        </p:nvPicPr>
        <p:blipFill rotWithShape="1">
          <a:blip r:embed="rId3">
            <a:alphaModFix/>
          </a:blip>
          <a:srcRect b="61752" l="0" r="0" t="37151"/>
          <a:stretch/>
        </p:blipFill>
        <p:spPr>
          <a:xfrm>
            <a:off x="0" y="3600500"/>
            <a:ext cx="9181975" cy="5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367b6d42f28_0_431"/>
          <p:cNvSpPr txBox="1"/>
          <p:nvPr/>
        </p:nvSpPr>
        <p:spPr>
          <a:xfrm>
            <a:off x="625393" y="598171"/>
            <a:ext cx="7701000" cy="18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Драйвер Mellanox (mlx5)</a:t>
            </a:r>
            <a:endParaRPr b="1" sz="41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41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t/>
            </a:r>
            <a:endParaRPr b="1" sz="41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5" name="Google Shape;755;g367b6d42f28_0_431"/>
          <p:cNvSpPr txBox="1"/>
          <p:nvPr/>
        </p:nvSpPr>
        <p:spPr>
          <a:xfrm>
            <a:off x="625400" y="1709375"/>
            <a:ext cx="7701000" cy="9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3636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В драйвере Mellanox (mlx5) битмапы используются для управления выделением и освобождением ресурсов, в частности — для отслеживания занятости страниц памяти, выделенных под аппаратные структуры (например, для MEMIC — Memory Interface Controller).</a:t>
            </a:r>
            <a:endParaRPr sz="1300">
              <a:solidFill>
                <a:srgbClr val="18803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367b6d42f28_0_438"/>
          <p:cNvSpPr txBox="1"/>
          <p:nvPr/>
        </p:nvSpPr>
        <p:spPr>
          <a:xfrm>
            <a:off x="625400" y="512025"/>
            <a:ext cx="7636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32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Зачем здесь используются битмапы?</a:t>
            </a:r>
            <a:endParaRPr b="1" sz="32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1" name="Google Shape;761;g367b6d42f28_0_438"/>
          <p:cNvSpPr txBox="1"/>
          <p:nvPr/>
        </p:nvSpPr>
        <p:spPr>
          <a:xfrm>
            <a:off x="612750" y="1201800"/>
            <a:ext cx="7813500" cy="3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В функции mlx5_cmd_alloc_memic драйвер выделяет блоки памяти, разбитые на страницы.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Чтобы эффективно управлять занятостью этих страниц, используется битовая карта (bitmap), где каждый бит соответствует одной странице.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Бит, равный 0, означает, что страница свободна; бит, равный 1 — страница занята.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При выделении памяти драйвер ищет в битмапе последовательность свободных бит (страниц) нужного размера с помощью функции bitmap_find_next_zero_area.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После выбора подходящего блока бит устанавливаются (bitmap_set), что означает резервирование этих страниц.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Такая организация позволяет быстро и эффективно управлять большими массивами ресурсов без необходимости перебора или хранения сложных структур.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g367b6d42f28_0_444"/>
          <p:cNvSpPr txBox="1"/>
          <p:nvPr/>
        </p:nvSpPr>
        <p:spPr>
          <a:xfrm>
            <a:off x="625393" y="588221"/>
            <a:ext cx="77010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38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Пример из кода</a:t>
            </a:r>
            <a:endParaRPr b="1" sz="38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41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t/>
            </a:r>
            <a:endParaRPr b="1" sz="41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7" name="Google Shape;767;g367b6d42f28_0_444"/>
          <p:cNvSpPr txBox="1"/>
          <p:nvPr/>
        </p:nvSpPr>
        <p:spPr>
          <a:xfrm>
            <a:off x="612750" y="1125600"/>
            <a:ext cx="8375700" cy="9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404040"/>
              </a:solidFill>
              <a:highlight>
                <a:srgbClr val="FCFCFC"/>
              </a:highlight>
            </a:endParaRPr>
          </a:p>
          <a:p>
            <a:pPr indent="0" lvl="0" marL="0" rtl="0" algn="l">
              <a:lnSpc>
                <a:spcPct val="163636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t/>
            </a:r>
            <a:endParaRPr sz="1200">
              <a:solidFill>
                <a:srgbClr val="404040"/>
              </a:solidFill>
              <a:highlight>
                <a:srgbClr val="FCFCFC"/>
              </a:highlight>
            </a:endParaRPr>
          </a:p>
        </p:txBody>
      </p:sp>
      <p:sp>
        <p:nvSpPr>
          <p:cNvPr id="768" name="Google Shape;768;g367b6d42f28_0_444"/>
          <p:cNvSpPr txBox="1"/>
          <p:nvPr/>
        </p:nvSpPr>
        <p:spPr>
          <a:xfrm>
            <a:off x="612750" y="1524725"/>
            <a:ext cx="8049000" cy="26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page_idx = bitmap_find_next_zero_area(dm-&gt;memic_alloc_pages,</a:t>
            </a:r>
            <a:endParaRPr sz="13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                   num_memic_hw_pages,</a:t>
            </a:r>
            <a:endParaRPr sz="13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                   page_idx,</a:t>
            </a:r>
            <a:endParaRPr sz="13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                   num_pages, </a:t>
            </a:r>
            <a:r>
              <a:rPr lang="ru" sz="13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ru" sz="13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3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ru" sz="13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(page_idx &lt; num_memic_hw_pages)</a:t>
            </a:r>
            <a:endParaRPr sz="13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bitmap_set(dm-&gt;memic_alloc_pages, page_idx, num_pages);</a:t>
            </a:r>
            <a:endParaRPr sz="13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Здесь dm-&gt;memic_alloc_pages — битмап, отражающий занятость страниц MEMIC.</a:t>
            </a:r>
            <a:endParaRPr sz="13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bitmap_find_next_zero_area ищет свободный участок длиной num_pages.</a:t>
            </a:r>
            <a:endParaRPr sz="13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63636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rPr lang="ru" sz="16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Если найден — устанавливаются соответствующие биты, резервируя страницы</a:t>
            </a:r>
            <a:endParaRPr sz="16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367b6d42f28_0_454"/>
          <p:cNvSpPr txBox="1"/>
          <p:nvPr/>
        </p:nvSpPr>
        <p:spPr>
          <a:xfrm>
            <a:off x="625393" y="674371"/>
            <a:ext cx="7701000" cy="18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При регистрации IRQ</a:t>
            </a:r>
            <a:endParaRPr b="1" sz="41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41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t/>
            </a:r>
            <a:endParaRPr b="1" sz="41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4" name="Google Shape;774;g367b6d42f28_0_454"/>
          <p:cNvSpPr txBox="1"/>
          <p:nvPr/>
        </p:nvSpPr>
        <p:spPr>
          <a:xfrm>
            <a:off x="625400" y="1633175"/>
            <a:ext cx="770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3636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В функции alloc_descs битмап используется для учёта выделенных номеров прерываний (IRQ).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367b6d42f28_0_461"/>
          <p:cNvSpPr txBox="1"/>
          <p:nvPr/>
        </p:nvSpPr>
        <p:spPr>
          <a:xfrm>
            <a:off x="384150" y="668400"/>
            <a:ext cx="8375700" cy="9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404040"/>
              </a:solidFill>
              <a:highlight>
                <a:srgbClr val="FCFCFC"/>
              </a:highlight>
            </a:endParaRPr>
          </a:p>
          <a:p>
            <a:pPr indent="0" lvl="0" marL="0" rtl="0" algn="l">
              <a:lnSpc>
                <a:spcPct val="163636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t/>
            </a:r>
            <a:endParaRPr sz="1200">
              <a:solidFill>
                <a:srgbClr val="404040"/>
              </a:solidFill>
              <a:highlight>
                <a:srgbClr val="FCFCFC"/>
              </a:highlight>
            </a:endParaRPr>
          </a:p>
        </p:txBody>
      </p:sp>
      <p:sp>
        <p:nvSpPr>
          <p:cNvPr id="780" name="Google Shape;780;g367b6d42f28_0_461"/>
          <p:cNvSpPr txBox="1"/>
          <p:nvPr/>
        </p:nvSpPr>
        <p:spPr>
          <a:xfrm>
            <a:off x="625400" y="1320925"/>
            <a:ext cx="7480800" cy="30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В ядре Linux номера IRQ — это ограниченный ресурс, который нужно эффективно распределять и отслеживать.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В функции alloc_descs выделяется диапазон из cnt номеров IRQ, начиная с start.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После успешного выделения описателей прерываний для каждого номера вызывается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bitmap_set(allocated_irqs, start, cnt);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— это означает, что соответствующие биты в битмапе allocated_irqs устанавливаются в 1, показывая, что эти IRQ заняты.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Таким образом, битмап allocated_irqs служит компактной структурой для хранения информации о том, какие IRQ уже выделены, а какие свободны.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1" name="Google Shape;781;g367b6d42f28_0_461"/>
          <p:cNvSpPr txBox="1"/>
          <p:nvPr/>
        </p:nvSpPr>
        <p:spPr>
          <a:xfrm>
            <a:off x="625400" y="512025"/>
            <a:ext cx="7636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32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Зачем здесь используются битмапы?</a:t>
            </a:r>
            <a:endParaRPr b="1" sz="32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77"/>
          <p:cNvSpPr txBox="1"/>
          <p:nvPr>
            <p:ph type="title"/>
          </p:nvPr>
        </p:nvSpPr>
        <p:spPr>
          <a:xfrm>
            <a:off x="511975" y="1532325"/>
            <a:ext cx="73797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600">
                <a:solidFill>
                  <a:schemeClr val="lt1"/>
                </a:solidFill>
              </a:rPr>
              <a:t>Вопросы</a:t>
            </a:r>
            <a:endParaRPr sz="4100">
              <a:solidFill>
                <a:srgbClr val="FBFBFE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 sz="2800">
              <a:solidFill>
                <a:srgbClr val="FBFBF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7" name="Google Shape;787;p77"/>
          <p:cNvSpPr txBox="1"/>
          <p:nvPr/>
        </p:nvSpPr>
        <p:spPr>
          <a:xfrm>
            <a:off x="1173146" y="2689524"/>
            <a:ext cx="1927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"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Задавайте вопросы голосом</a:t>
            </a:r>
            <a:endParaRPr b="0" i="0" sz="15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8" name="Google Shape;788;p77"/>
          <p:cNvSpPr txBox="1"/>
          <p:nvPr/>
        </p:nvSpPr>
        <p:spPr>
          <a:xfrm>
            <a:off x="4980746" y="2790499"/>
            <a:ext cx="2145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или пишите в чатик)))</a:t>
            </a:r>
            <a:endParaRPr b="0" i="0" sz="15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89" name="Google Shape;789;p77"/>
          <p:cNvPicPr preferRelativeResize="0"/>
          <p:nvPr/>
        </p:nvPicPr>
        <p:blipFill rotWithShape="1">
          <a:blip r:embed="rId3">
            <a:alphaModFix/>
          </a:blip>
          <a:srcRect b="61753" l="0" r="0" t="37151"/>
          <a:stretch/>
        </p:blipFill>
        <p:spPr>
          <a:xfrm>
            <a:off x="0" y="3600500"/>
            <a:ext cx="9181975" cy="5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0" name="Google Shape;790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5685" y="2689514"/>
            <a:ext cx="617460" cy="617454"/>
          </a:xfrm>
          <a:prstGeom prst="rect">
            <a:avLst/>
          </a:prstGeom>
          <a:noFill/>
          <a:ln>
            <a:noFill/>
          </a:ln>
        </p:spPr>
      </p:pic>
      <p:pic>
        <p:nvPicPr>
          <p:cNvPr id="791" name="Google Shape;791;p7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07619" y="2729414"/>
            <a:ext cx="566735" cy="5667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90"/>
          <p:cNvSpPr txBox="1"/>
          <p:nvPr>
            <p:ph type="title"/>
          </p:nvPr>
        </p:nvSpPr>
        <p:spPr>
          <a:xfrm>
            <a:off x="556300" y="1539975"/>
            <a:ext cx="7379700" cy="20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500">
                <a:solidFill>
                  <a:schemeClr val="lt1"/>
                </a:solidFill>
              </a:rPr>
              <a:t>Заполните, пожалуйста,</a:t>
            </a:r>
            <a:endParaRPr sz="4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500">
                <a:solidFill>
                  <a:schemeClr val="lt1"/>
                </a:solidFill>
              </a:rPr>
              <a:t>опрос о занятии</a:t>
            </a:r>
            <a:endParaRPr sz="4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 sz="2800">
              <a:solidFill>
                <a:srgbClr val="FBFBF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97" name="Google Shape;797;p90"/>
          <p:cNvPicPr preferRelativeResize="0"/>
          <p:nvPr/>
        </p:nvPicPr>
        <p:blipFill rotWithShape="1">
          <a:blip r:embed="rId3">
            <a:alphaModFix/>
          </a:blip>
          <a:srcRect b="61753" l="0" r="0" t="37151"/>
          <a:stretch/>
        </p:blipFill>
        <p:spPr>
          <a:xfrm>
            <a:off x="0" y="3600500"/>
            <a:ext cx="9181975" cy="5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98" name="Google Shape;798;p90"/>
          <p:cNvSpPr txBox="1"/>
          <p:nvPr/>
        </p:nvSpPr>
        <p:spPr>
          <a:xfrm>
            <a:off x="556300" y="3802175"/>
            <a:ext cx="53877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ru" sz="23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Мы читаем все ваши сообщения </a:t>
            </a:r>
            <a:endParaRPr b="0" i="0" sz="23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ru" sz="23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и берем их в работу </a:t>
            </a:r>
            <a:endParaRPr b="0" i="0" sz="1400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799" name="Google Shape;799;p9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1529" y="4321879"/>
            <a:ext cx="240425" cy="2404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4" name="Google Shape;804;p91" title="ролик_об_отусе_blue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075" y="-76200"/>
            <a:ext cx="9144018" cy="5143499"/>
          </a:xfrm>
          <a:prstGeom prst="rect">
            <a:avLst/>
          </a:prstGeom>
          <a:noFill/>
          <a:ln cap="flat" cmpd="sng" w="9525">
            <a:solidFill>
              <a:srgbClr val="261364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05" name="Google Shape;805;p91"/>
          <p:cNvSpPr txBox="1"/>
          <p:nvPr/>
        </p:nvSpPr>
        <p:spPr>
          <a:xfrm>
            <a:off x="3505225" y="4619900"/>
            <a:ext cx="4250700" cy="446400"/>
          </a:xfrm>
          <a:prstGeom prst="rect">
            <a:avLst/>
          </a:prstGeom>
          <a:noFill/>
          <a:ln cap="flat" cmpd="sng" w="9525">
            <a:solidFill>
              <a:srgbClr val="150F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481C8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Светлая тема">
  <a:themeElements>
    <a:clrScheme name="Simple Light">
      <a:dk1>
        <a:srgbClr val="000000"/>
      </a:dk1>
      <a:lt1>
        <a:srgbClr val="FFFFFF"/>
      </a:lt1>
      <a:dk2>
        <a:srgbClr val="6402BA"/>
      </a:dk2>
      <a:lt2>
        <a:srgbClr val="EEEEEE"/>
      </a:lt2>
      <a:accent1>
        <a:srgbClr val="7629BA"/>
      </a:accent1>
      <a:accent2>
        <a:srgbClr val="8B8EE3"/>
      </a:accent2>
      <a:accent3>
        <a:srgbClr val="BFC1F0"/>
      </a:accent3>
      <a:accent4>
        <a:srgbClr val="FFAB40"/>
      </a:accent4>
      <a:accent5>
        <a:srgbClr val="0097A7"/>
      </a:accent5>
      <a:accent6>
        <a:srgbClr val="EEFF41"/>
      </a:accent6>
      <a:hlink>
        <a:srgbClr val="8B8EE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Светлая тема">
  <a:themeElements>
    <a:clrScheme name="Simple Light">
      <a:dk1>
        <a:srgbClr val="000000"/>
      </a:dk1>
      <a:lt1>
        <a:srgbClr val="FFFFFF"/>
      </a:lt1>
      <a:dk2>
        <a:srgbClr val="6402BA"/>
      </a:dk2>
      <a:lt2>
        <a:srgbClr val="EEEEEE"/>
      </a:lt2>
      <a:accent1>
        <a:srgbClr val="7629BA"/>
      </a:accent1>
      <a:accent2>
        <a:srgbClr val="8B8EE3"/>
      </a:accent2>
      <a:accent3>
        <a:srgbClr val="BFC1F0"/>
      </a:accent3>
      <a:accent4>
        <a:srgbClr val="FFAB40"/>
      </a:accent4>
      <a:accent5>
        <a:srgbClr val="0097A7"/>
      </a:accent5>
      <a:accent6>
        <a:srgbClr val="EEFF41"/>
      </a:accent6>
      <a:hlink>
        <a:srgbClr val="2AB7E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Светлая тема">
  <a:themeElements>
    <a:clrScheme name="Simple Light">
      <a:dk1>
        <a:srgbClr val="000000"/>
      </a:dk1>
      <a:lt1>
        <a:srgbClr val="FFFFFF"/>
      </a:lt1>
      <a:dk2>
        <a:srgbClr val="6402BA"/>
      </a:dk2>
      <a:lt2>
        <a:srgbClr val="EEEEEE"/>
      </a:lt2>
      <a:accent1>
        <a:srgbClr val="7629BA"/>
      </a:accent1>
      <a:accent2>
        <a:srgbClr val="8B8EE3"/>
      </a:accent2>
      <a:accent3>
        <a:srgbClr val="BFC1F0"/>
      </a:accent3>
      <a:accent4>
        <a:srgbClr val="FFAB40"/>
      </a:accent4>
      <a:accent5>
        <a:srgbClr val="0097A7"/>
      </a:accent5>
      <a:accent6>
        <a:srgbClr val="EEFF41"/>
      </a:accent6>
      <a:hlink>
        <a:srgbClr val="2AB7E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