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FFD77-0F68-416A-B3D5-143DE44D6DF8}" v="552" dt="2026-05-09T13:58:44.9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hyperlink" Target="http://localhost:3000/d/kprobe_traffic/kprobe-traffic?orgId=1&amp;from=now-5m&amp;to=now&amp;timezone=browser&amp;refresh=5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rekunov/otus-work/tree/develop/Linux_kerne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текст, снимок экрана, Шрифт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F866CCE-C8C7-99E3-77BE-9D45A75ADF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87"/>
          <a:stretch>
            <a:fillRect/>
          </a:stretch>
        </p:blipFill>
        <p:spPr>
          <a:xfrm>
            <a:off x="-1" y="10"/>
            <a:ext cx="12192001" cy="3748108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2" name="Freeform: Shape 11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76723" y="4059924"/>
            <a:ext cx="11346011" cy="804220"/>
          </a:xfrm>
        </p:spPr>
        <p:txBody>
          <a:bodyPr anchor="b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ru-RU">
                <a:solidFill>
                  <a:schemeClr val="tx2"/>
                </a:solidFill>
                <a:ea typeface="+mn-lt"/>
                <a:cs typeface="+mn-lt"/>
              </a:rPr>
              <a:t>Разработка модуля ядра сбора статистики сетевых </a:t>
            </a:r>
            <a:r>
              <a:rPr lang="ru-RU" dirty="0">
                <a:solidFill>
                  <a:schemeClr val="tx2"/>
                </a:solidFill>
                <a:ea typeface="+mn-lt"/>
                <a:cs typeface="+mn-lt"/>
              </a:rPr>
              <a:t>подключений - N адресов с самым большим количеством проходящего трафика</a:t>
            </a:r>
          </a:p>
        </p:txBody>
      </p:sp>
      <p:pic>
        <p:nvPicPr>
          <p:cNvPr id="5" name="Рисунок 4" descr="Изображение выглядит как Шрифт, текст, логотип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07D55D1-73F2-608B-F8E4-7F4C997FC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69" y="5984533"/>
            <a:ext cx="1343025" cy="676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842AAE-F7A4-6BBE-6BCC-402C3169EEA7}"/>
              </a:ext>
            </a:extLst>
          </p:cNvPr>
          <p:cNvSpPr txBox="1"/>
          <p:nvPr/>
        </p:nvSpPr>
        <p:spPr>
          <a:xfrm>
            <a:off x="8940800" y="515112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/>
              <a:t>Студент Рекунов Д. А.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4DDA4-02D4-27FD-C4FB-32F9C668E93C}"/>
              </a:ext>
            </a:extLst>
          </p:cNvPr>
          <p:cNvSpPr txBox="1"/>
          <p:nvPr/>
        </p:nvSpPr>
        <p:spPr>
          <a:xfrm>
            <a:off x="5638800" y="6146800"/>
            <a:ext cx="102616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E2EA5-A5C8-1142-144E-FF42C4A13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Архитектура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модуля</a:t>
            </a:r>
          </a:p>
        </p:txBody>
      </p:sp>
      <p:pic>
        <p:nvPicPr>
          <p:cNvPr id="6" name="Рисунок 5" descr="Изображение выглядит как текст, диаграмма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4C3B268-047D-DC97-AD6E-203F6EF74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25" y="2252531"/>
            <a:ext cx="11327549" cy="387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242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5BD26-49DC-7424-B438-6037141C2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1043679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Схема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развертывания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и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тестирования</a:t>
            </a:r>
          </a:p>
        </p:txBody>
      </p:sp>
      <p:pic>
        <p:nvPicPr>
          <p:cNvPr id="4" name="Рисунок 3" descr="Изображение выглядит как текст, диаграмма, снимок экран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8C33A3E-5A43-7B0C-8AAD-79F7705AF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5" y="1715866"/>
            <a:ext cx="11327549" cy="186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44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7B799-89C4-FA86-DAEB-211681E53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480" y="212725"/>
            <a:ext cx="9560560" cy="1356043"/>
          </a:xfrm>
        </p:spPr>
        <p:txBody>
          <a:bodyPr/>
          <a:lstStyle/>
          <a:p>
            <a:r>
              <a:rPr lang="ru-RU"/>
              <a:t>Инструкция по проверке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969B8E-E864-B82E-D4C0-1055867DD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Выполнить make all (build run deploy)</a:t>
            </a:r>
          </a:p>
          <a:p>
            <a:r>
              <a:rPr lang="ru-RU"/>
              <a:t>Открыть в браузере ссылку:</a:t>
            </a:r>
          </a:p>
          <a:p>
            <a:pPr marL="0" indent="0">
              <a:buNone/>
            </a:pPr>
            <a:r>
              <a:rPr lang="ru-RU" dirty="0">
                <a:hlinkClick r:id="rId2"/>
              </a:rPr>
              <a:t>http://localhost:3000/d/kprobe_traffic/kprobe-traffic?orgId=1&amp;from=now-5m&amp;to=now&amp;timezone=browser&amp;refresh=5s</a:t>
            </a:r>
            <a:endParaRPr lang="ru-RU"/>
          </a:p>
          <a:p>
            <a:r>
              <a:rPr lang="ru-RU"/>
              <a:t>После проверки освободить ресурсы make all-down</a:t>
            </a:r>
            <a:endParaRPr lang="ru-RU" dirty="0"/>
          </a:p>
        </p:txBody>
      </p:sp>
      <p:pic>
        <p:nvPicPr>
          <p:cNvPr id="5" name="Graphic 22" descr="Ракета">
            <a:extLst>
              <a:ext uri="{FF2B5EF4-FFF2-40B4-BE49-F238E27FC236}">
                <a16:creationId xmlns:a16="http://schemas.microsoft.com/office/drawing/2014/main" id="{D4424E4F-0E95-8CAB-F6A7-BF00DD611E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0189" y="216299"/>
            <a:ext cx="1289051" cy="1289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661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27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9E38DE-9803-3A5F-3E66-08469E96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5181" y="460963"/>
            <a:ext cx="9489439" cy="787605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Результаты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проверки</a:t>
            </a:r>
          </a:p>
        </p:txBody>
      </p:sp>
      <p:pic>
        <p:nvPicPr>
          <p:cNvPr id="36" name="Graphic 22" descr="Ракета">
            <a:extLst>
              <a:ext uri="{FF2B5EF4-FFF2-40B4-BE49-F238E27FC236}">
                <a16:creationId xmlns:a16="http://schemas.microsoft.com/office/drawing/2014/main" id="{00CB8F43-C386-B0C7-7815-19F3575A47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0189" y="216299"/>
            <a:ext cx="1289051" cy="1289051"/>
          </a:xfrm>
          <a:prstGeom prst="rect">
            <a:avLst/>
          </a:prstGeom>
        </p:spPr>
      </p:pic>
      <p:pic>
        <p:nvPicPr>
          <p:cNvPr id="25" name="Graphic 24" descr="Ракета">
            <a:extLst>
              <a:ext uri="{FF2B5EF4-FFF2-40B4-BE49-F238E27FC236}">
                <a16:creationId xmlns:a16="http://schemas.microsoft.com/office/drawing/2014/main" id="{205421FD-04F4-4389-B5CE-83D5208B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диаграмма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500556-5029-01C0-A343-1B0D575A3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1676005"/>
            <a:ext cx="11297920" cy="445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76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57A05F-EC6E-EF4C-7D94-3C5F06A6F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7871EA-C241-A7C3-1690-A545CB4AC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Работает, но нет разделения на srcIP / dstIP</a:t>
            </a:r>
          </a:p>
          <a:p>
            <a:r>
              <a:rPr lang="ru-RU"/>
              <a:t>Репозиторий проекта: </a:t>
            </a:r>
            <a:r>
              <a:rPr lang="ru-RU" dirty="0">
                <a:ea typeface="+mn-lt"/>
                <a:cs typeface="+mn-lt"/>
                <a:hlinkClick r:id="rId2"/>
              </a:rPr>
              <a:t>https://github.com/drekunov/otus-work/tree/develop/Linux_kernel</a:t>
            </a:r>
          </a:p>
          <a:p>
            <a:endParaRPr lang="ru-RU" dirty="0">
              <a:ea typeface="+mn-lt"/>
              <a:cs typeface="+mn-lt"/>
            </a:endParaRPr>
          </a:p>
          <a:p>
            <a:endParaRPr lang="ru-RU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741961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Презентация PowerPoint</vt:lpstr>
      <vt:lpstr>Архитектура модуля</vt:lpstr>
      <vt:lpstr>Схема развертывания и тестирования</vt:lpstr>
      <vt:lpstr>Инструкция по проверке</vt:lpstr>
      <vt:lpstr>Результаты проверки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141</cp:revision>
  <dcterms:created xsi:type="dcterms:W3CDTF">2026-05-09T13:23:08Z</dcterms:created>
  <dcterms:modified xsi:type="dcterms:W3CDTF">2026-05-09T14:13:31Z</dcterms:modified>
</cp:coreProperties>
</file>